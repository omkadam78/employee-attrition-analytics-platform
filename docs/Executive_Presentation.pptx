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fa58fe35594c29" /><Relationship Type="http://schemas.openxmlformats.org/officeDocument/2006/relationships/extended-properties" Target="/docProps/app.xml" Id="Rd1f2fdc4a12a4122" /><Relationship Type="http://schemas.openxmlformats.org/officeDocument/2006/relationships/officeDocument" Target="/ppt/presentation.xml" Id="R1c1292e482b343b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d44414306054d75"/>
  </p:sldMasterIdLst>
  <p:notesMasterIdLst>
    <p:notesMasterId xmlns:r="http://schemas.openxmlformats.org/officeDocument/2006/relationships" r:id="R58f834e8ee154f8b"/>
  </p:notesMasterIdLst>
  <p:sldIdLst>
    <p:sldId xmlns:r="http://schemas.openxmlformats.org/officeDocument/2006/relationships" id="256" r:id="Rbb3972b745c243a5"/>
    <p:sldId xmlns:r="http://schemas.openxmlformats.org/officeDocument/2006/relationships" id="257" r:id="Rb318d71eb7d24f9d"/>
    <p:sldId xmlns:r="http://schemas.openxmlformats.org/officeDocument/2006/relationships" id="258" r:id="R9724da207113416a"/>
    <p:sldId xmlns:r="http://schemas.openxmlformats.org/officeDocument/2006/relationships" id="259" r:id="Rd4af4fda2d424ecc"/>
    <p:sldId xmlns:r="http://schemas.openxmlformats.org/officeDocument/2006/relationships" id="260" r:id="R63aebd2885e349d5"/>
    <p:sldId xmlns:r="http://schemas.openxmlformats.org/officeDocument/2006/relationships" id="261" r:id="Rc9dc92f97b4f4145"/>
    <p:sldId xmlns:r="http://schemas.openxmlformats.org/officeDocument/2006/relationships" id="262" r:id="Rbd51e2f2163d4043"/>
    <p:sldId xmlns:r="http://schemas.openxmlformats.org/officeDocument/2006/relationships" id="263" r:id="R2d94ea10bcc14e58"/>
    <p:sldId xmlns:r="http://schemas.openxmlformats.org/officeDocument/2006/relationships" id="264" r:id="R431bb2b68d2c4923"/>
    <p:sldId xmlns:r="http://schemas.openxmlformats.org/officeDocument/2006/relationships" id="265" r:id="Rb78d70e239234cd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ed2c29cd61f4b7f" /><Relationship Type="http://schemas.openxmlformats.org/officeDocument/2006/relationships/slideMaster" Target="/ppt/slideMasters/slideMaster1.xml" Id="R1d44414306054d75" /><Relationship Type="http://schemas.openxmlformats.org/officeDocument/2006/relationships/notesMaster" Target="/ppt/notesMasters/notesMaster1.xml" Id="R58f834e8ee154f8b" /><Relationship Type="http://schemas.openxmlformats.org/officeDocument/2006/relationships/presProps" Target="/ppt/presProps.xml" Id="R926eb204ba59403d" /><Relationship Type="http://schemas.openxmlformats.org/officeDocument/2006/relationships/tableStyles" Target="/ppt/tableStyles.xml" Id="Rfdc410c5e7bc424f" /><Relationship Type="http://schemas.openxmlformats.org/officeDocument/2006/relationships/slide" Target="/ppt/slides/slide1.xml" Id="Rbb3972b745c243a5" /><Relationship Type="http://schemas.openxmlformats.org/officeDocument/2006/relationships/slide" Target="/ppt/slides/slide2.xml" Id="Rb318d71eb7d24f9d" /><Relationship Type="http://schemas.openxmlformats.org/officeDocument/2006/relationships/slide" Target="/ppt/slides/slide3.xml" Id="R9724da207113416a" /><Relationship Type="http://schemas.openxmlformats.org/officeDocument/2006/relationships/slide" Target="/ppt/slides/slide4.xml" Id="Rd4af4fda2d424ecc" /><Relationship Type="http://schemas.openxmlformats.org/officeDocument/2006/relationships/slide" Target="/ppt/slides/slide5.xml" Id="R63aebd2885e349d5" /><Relationship Type="http://schemas.openxmlformats.org/officeDocument/2006/relationships/slide" Target="/ppt/slides/slide6.xml" Id="Rc9dc92f97b4f4145" /><Relationship Type="http://schemas.openxmlformats.org/officeDocument/2006/relationships/slide" Target="/ppt/slides/slide7.xml" Id="Rbd51e2f2163d4043" /><Relationship Type="http://schemas.openxmlformats.org/officeDocument/2006/relationships/slide" Target="/ppt/slides/slide8.xml" Id="R2d94ea10bcc14e58" /><Relationship Type="http://schemas.openxmlformats.org/officeDocument/2006/relationships/slide" Target="/ppt/slides/slide9.xml" Id="R431bb2b68d2c4923" /><Relationship Type="http://schemas.openxmlformats.org/officeDocument/2006/relationships/slide" Target="/ppt/slides/slide10.xml" Id="Rb78d70e239234cd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557272515cc487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5f4a08414d84a3b" /><Relationship Type="http://schemas.openxmlformats.org/officeDocument/2006/relationships/notesMaster" Target="/ppt/notesMasters/notesMaster1.xml" Id="R2aa7351454bc4d9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8184c137cdf4149" /><Relationship Type="http://schemas.openxmlformats.org/officeDocument/2006/relationships/notesMaster" Target="/ppt/notesMasters/notesMaster1.xml" Id="R24c9415f4f0d434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4d38f9c7bc547e0" /><Relationship Type="http://schemas.openxmlformats.org/officeDocument/2006/relationships/notesMaster" Target="/ppt/notesMasters/notesMaster1.xml" Id="Rad5f0ed9deaa48a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c3929b4a3094f78" /><Relationship Type="http://schemas.openxmlformats.org/officeDocument/2006/relationships/notesMaster" Target="/ppt/notesMasters/notesMaster1.xml" Id="Rb0250406fea249d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3892f5175cd417f" /><Relationship Type="http://schemas.openxmlformats.org/officeDocument/2006/relationships/notesMaster" Target="/ppt/notesMasters/notesMaster1.xml" Id="Rea7fded5634d4b5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aca38c590204229" /><Relationship Type="http://schemas.openxmlformats.org/officeDocument/2006/relationships/notesMaster" Target="/ppt/notesMasters/notesMaster1.xml" Id="Rbb18d2814256450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31720e4ccf54ee1" /><Relationship Type="http://schemas.openxmlformats.org/officeDocument/2006/relationships/notesMaster" Target="/ppt/notesMasters/notesMaster1.xml" Id="R8cace03e46c64c3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622579537ea4713" /><Relationship Type="http://schemas.openxmlformats.org/officeDocument/2006/relationships/notesMaster" Target="/ppt/notesMasters/notesMaster1.xml" Id="R1b96bed60c6740c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bdd88948ba34b43" /><Relationship Type="http://schemas.openxmlformats.org/officeDocument/2006/relationships/notesMaster" Target="/ppt/notesMasters/notesMaster1.xml" Id="R7de6ce62d9954d5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de44945f6794cc2" /><Relationship Type="http://schemas.openxmlformats.org/officeDocument/2006/relationships/notesMaster" Target="/ppt/notesMasters/notesMaster1.xml" Id="R1e66aa5edfc042f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b73a717ee74a1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e3eb3b02c44fc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3c45feb1464ef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a32f085df04a0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450491d621489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534cd223bc46f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E85F06E-6974-4CAD-A219-83DD247EEA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1D9B814-D11E-4074-8719-5EAC20DD941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6594683-A177-43B7-BB03-E1F31AD725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ECE3ECA-CDA6-44A6-9664-FA0C10C3B8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45DB38D-A205-4985-A9F8-14838A9B7B4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3E9AAB3-B863-49E2-9420-ACA3DC6FEF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5477359-0FBD-4421-AACE-BB4E7671DDB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46D2E21-FD25-4C9F-8C30-4730F53B9FD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7CC3C59-D709-47B0-9C20-BDF9B5BB58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FCDFC7F-2168-4982-A134-AED56426C2E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703120f68444617" /><Relationship Type="http://schemas.openxmlformats.org/officeDocument/2006/relationships/slideLayout" Target="/ppt/slideLayouts/slideLayout1.xml" Id="R0bf66e11024749cf" /><Relationship Type="http://schemas.openxmlformats.org/officeDocument/2006/relationships/slideLayout" Target="/ppt/slideLayouts/slideLayout2.xml" Id="Rfd7898c9bf9240ab" /><Relationship Type="http://schemas.openxmlformats.org/officeDocument/2006/relationships/slideLayout" Target="/ppt/slideLayouts/slideLayout3.xml" Id="R4d49d9080f1f4553" /><Relationship Type="http://schemas.openxmlformats.org/officeDocument/2006/relationships/slideLayout" Target="/ppt/slideLayouts/slideLayout4.xml" Id="R32062704c2ed47f9" /><Relationship Type="http://schemas.openxmlformats.org/officeDocument/2006/relationships/slideLayout" Target="/ppt/slideLayouts/slideLayout5.xml" Id="R33c6432925de49ad" /><Relationship Type="http://schemas.openxmlformats.org/officeDocument/2006/relationships/slideLayout" Target="/ppt/slideLayouts/slideLayout6.xml" Id="R111b992b8dfe498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bf66e11024749cf"/>
    <p:sldLayoutId xmlns:r="http://schemas.openxmlformats.org/officeDocument/2006/relationships" id="2147483650" r:id="Rfd7898c9bf9240ab"/>
    <p:sldLayoutId xmlns:r="http://schemas.openxmlformats.org/officeDocument/2006/relationships" id="2147483651" r:id="R4d49d9080f1f4553"/>
    <p:sldLayoutId xmlns:r="http://schemas.openxmlformats.org/officeDocument/2006/relationships" id="2147483652" r:id="R32062704c2ed47f9"/>
    <p:sldLayoutId xmlns:r="http://schemas.openxmlformats.org/officeDocument/2006/relationships" id="2147483653" r:id="R33c6432925de49ad"/>
    <p:sldLayoutId xmlns:r="http://schemas.openxmlformats.org/officeDocument/2006/relationships" id="2147483654" r:id="R111b992b8dfe498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6577d500144a83" /><Relationship Type="http://schemas.openxmlformats.org/officeDocument/2006/relationships/notesSlide" Target="/ppt/notesSlides/notesSlide1.xml" Id="Re330100dd2614b4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e13a6d21f84ab4" /><Relationship Type="http://schemas.openxmlformats.org/officeDocument/2006/relationships/notesSlide" Target="/ppt/notesSlides/notesSlide2.xml" Id="R64e3e4f21d9741e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dae6219c894a90" /><Relationship Type="http://schemas.openxmlformats.org/officeDocument/2006/relationships/notesSlide" Target="/ppt/notesSlides/notesSlide3.xml" Id="R3de8655174f34a3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b22f8e80ef4e1e" /><Relationship Type="http://schemas.openxmlformats.org/officeDocument/2006/relationships/notesSlide" Target="/ppt/notesSlides/notesSlide4.xml" Id="R57071f63c82045f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6c778a1b5543d7" /><Relationship Type="http://schemas.openxmlformats.org/officeDocument/2006/relationships/notesSlide" Target="/ppt/notesSlides/notesSlide5.xml" Id="R4be068d03ea1496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4bf85435b04127" /><Relationship Type="http://schemas.openxmlformats.org/officeDocument/2006/relationships/notesSlide" Target="/ppt/notesSlides/notesSlide6.xml" Id="R1ee7f520277f4b6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85cf8a7f3e4818" /><Relationship Type="http://schemas.openxmlformats.org/officeDocument/2006/relationships/notesSlide" Target="/ppt/notesSlides/notesSlide7.xml" Id="R61d1fd7f345f405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2e927c2670490c" /><Relationship Type="http://schemas.openxmlformats.org/officeDocument/2006/relationships/notesSlide" Target="/ppt/notesSlides/notesSlide8.xml" Id="Rd6fb9bda6eb8482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5ab0d0f20545dc" /><Relationship Type="http://schemas.openxmlformats.org/officeDocument/2006/relationships/notesSlide" Target="/ppt/notesSlides/notesSlide9.xml" Id="Rf4fff914efc9457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193befd7dd4645" /><Relationship Type="http://schemas.openxmlformats.org/officeDocument/2006/relationships/notesSlide" Target="/ppt/notesSlides/notesSlide10.xml" Id="R92c5d5741cd6491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384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81E1C5-FBE8-45DC-AFF9-83718227C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04950"/>
            <a:ext cx="8096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600" b="1">
                <a:solidFill>
                  <a:srgbClr val="FFFFFF"/>
                </a:solidFill>
              </a:defRPr>
            </a:defPPr>
            <a:lvl1pPr algn="l">
              <a:defRPr sz="3600" b="1">
                <a:solidFill>
                  <a:srgbClr val="FFFFFF"/>
                </a:solidFill>
              </a:defRPr>
            </a:lvl1pPr>
            <a:lvl2pPr algn="l">
              <a:defRPr sz="3600" b="1">
                <a:solidFill>
                  <a:srgbClr val="FFFFFF"/>
                </a:solidFill>
              </a:defRPr>
            </a:lvl2pPr>
            <a:lvl3pPr algn="l">
              <a:defRPr sz="3600" b="1">
                <a:solidFill>
                  <a:srgbClr val="FFFFFF"/>
                </a:solidFill>
              </a:defRPr>
            </a:lvl3pPr>
            <a:lvl4pPr algn="l">
              <a:defRPr sz="3600" b="1">
                <a:solidFill>
                  <a:srgbClr val="FFFFFF"/>
                </a:solidFill>
              </a:defRPr>
            </a:lvl4pPr>
            <a:lvl5pPr algn="l">
              <a:defRPr sz="3600" b="1">
                <a:solidFill>
                  <a:srgbClr val="FFFFFF"/>
                </a:solidFill>
              </a:defRPr>
            </a:lvl5pPr>
            <a:lvl6pPr algn="l">
              <a:defRPr sz="3600" b="1">
                <a:solidFill>
                  <a:srgbClr val="FFFFFF"/>
                </a:solidFill>
              </a:defRPr>
            </a:lvl6pPr>
            <a:lvl7pPr algn="l">
              <a:defRPr sz="3600" b="1">
                <a:solidFill>
                  <a:srgbClr val="FFFFFF"/>
                </a:solidFill>
              </a:defRPr>
            </a:lvl7pPr>
            <a:lvl8pPr algn="l">
              <a:defRPr sz="3600" b="1">
                <a:solidFill>
                  <a:srgbClr val="FFFFFF"/>
                </a:solidFill>
              </a:defRPr>
            </a:lvl8pPr>
            <a:lvl9pPr algn="l">
              <a:defRPr sz="36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Employee Attrition Analytics Platform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C91B95-BAF3-4C10-ACBD-1490A8273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723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0">
                <a:solidFill>
                  <a:srgbClr val="DDE9EF"/>
                </a:solidFill>
              </a:defRPr>
            </a:defPPr>
            <a:lvl1pPr algn="l">
              <a:defRPr sz="1800" b="0">
                <a:solidFill>
                  <a:srgbClr val="DDE9EF"/>
                </a:solidFill>
              </a:defRPr>
            </a:lvl1pPr>
            <a:lvl2pPr algn="l">
              <a:defRPr sz="1800" b="0">
                <a:solidFill>
                  <a:srgbClr val="DDE9EF"/>
                </a:solidFill>
              </a:defRPr>
            </a:lvl2pPr>
            <a:lvl3pPr algn="l">
              <a:defRPr sz="1800" b="0">
                <a:solidFill>
                  <a:srgbClr val="DDE9EF"/>
                </a:solidFill>
              </a:defRPr>
            </a:lvl3pPr>
            <a:lvl4pPr algn="l">
              <a:defRPr sz="1800" b="0">
                <a:solidFill>
                  <a:srgbClr val="DDE9EF"/>
                </a:solidFill>
              </a:defRPr>
            </a:lvl4pPr>
            <a:lvl5pPr algn="l">
              <a:defRPr sz="1800" b="0">
                <a:solidFill>
                  <a:srgbClr val="DDE9EF"/>
                </a:solidFill>
              </a:defRPr>
            </a:lvl5pPr>
            <a:lvl6pPr algn="l">
              <a:defRPr sz="1800" b="0">
                <a:solidFill>
                  <a:srgbClr val="DDE9EF"/>
                </a:solidFill>
              </a:defRPr>
            </a:lvl6pPr>
            <a:lvl7pPr algn="l">
              <a:defRPr sz="1800" b="0">
                <a:solidFill>
                  <a:srgbClr val="DDE9EF"/>
                </a:solidFill>
              </a:defRPr>
            </a:lvl7pPr>
            <a:lvl8pPr algn="l">
              <a:defRPr sz="1800" b="0">
                <a:solidFill>
                  <a:srgbClr val="DDE9EF"/>
                </a:solidFill>
              </a:defRPr>
            </a:lvl8pPr>
            <a:lvl9pPr algn="l">
              <a:defRPr sz="1800" b="0">
                <a:solidFill>
                  <a:srgbClr val="DDE9EF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DDE9EF"/>
                </a:solidFill>
              </a:defRPr>
            </a:pPr>
            <a:r>
              <a:rPr sz="1800" b="0">
                <a:solidFill>
                  <a:srgbClr val="DDE9EF"/>
                </a:solidFill>
              </a:rPr>
              <a:t>Verified local implementation for Assignment 5441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C22F2D-72FD-4F00-B248-E2C901A8D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4953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B0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EF5DE8-4854-4D3C-9327-1F69F6892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904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DDE9EF"/>
                </a:solidFill>
              </a:defRPr>
            </a:defPPr>
            <a:lvl1pPr algn="l">
              <a:defRPr sz="1350" b="0">
                <a:solidFill>
                  <a:srgbClr val="DDE9EF"/>
                </a:solidFill>
              </a:defRPr>
            </a:lvl1pPr>
            <a:lvl2pPr algn="l">
              <a:defRPr sz="1350" b="0">
                <a:solidFill>
                  <a:srgbClr val="DDE9EF"/>
                </a:solidFill>
              </a:defRPr>
            </a:lvl2pPr>
            <a:lvl3pPr algn="l">
              <a:defRPr sz="1350" b="0">
                <a:solidFill>
                  <a:srgbClr val="DDE9EF"/>
                </a:solidFill>
              </a:defRPr>
            </a:lvl3pPr>
            <a:lvl4pPr algn="l">
              <a:defRPr sz="1350" b="0">
                <a:solidFill>
                  <a:srgbClr val="DDE9EF"/>
                </a:solidFill>
              </a:defRPr>
            </a:lvl4pPr>
            <a:lvl5pPr algn="l">
              <a:defRPr sz="1350" b="0">
                <a:solidFill>
                  <a:srgbClr val="DDE9EF"/>
                </a:solidFill>
              </a:defRPr>
            </a:lvl5pPr>
            <a:lvl6pPr algn="l">
              <a:defRPr sz="1350" b="0">
                <a:solidFill>
                  <a:srgbClr val="DDE9EF"/>
                </a:solidFill>
              </a:defRPr>
            </a:lvl6pPr>
            <a:lvl7pPr algn="l">
              <a:defRPr sz="1350" b="0">
                <a:solidFill>
                  <a:srgbClr val="DDE9EF"/>
                </a:solidFill>
              </a:defRPr>
            </a:lvl7pPr>
            <a:lvl8pPr algn="l">
              <a:defRPr sz="1350" b="0">
                <a:solidFill>
                  <a:srgbClr val="DDE9EF"/>
                </a:solidFill>
              </a:defRPr>
            </a:lvl8pPr>
            <a:lvl9pPr algn="l">
              <a:defRPr sz="1350" b="0">
                <a:solidFill>
                  <a:srgbClr val="DDE9EF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DDE9EF"/>
                </a:solidFill>
              </a:defRPr>
            </a:pPr>
            <a:r>
              <a:rPr sz="1350" b="0">
                <a:solidFill>
                  <a:srgbClr val="DDE9EF"/>
                </a:solidFill>
              </a:rPr>
              <a:t>Model comparison  API  Dashboard  Retraining  IBM deployment plan</a:t>
            </a:r>
          </a:p>
        </p:txBody>
      </p:sp>
    </p:spTree>
    <p:extLst>
      <p:ext uri="{BB962C8B-B14F-4D97-AF65-F5344CB8AC3E}">
        <p14:creationId xmlns:p14="http://schemas.microsoft.com/office/powerpoint/2010/main" val="20348454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43F017-4695-4823-BF71-C997AD016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8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02357E-B8E7-4426-9F0C-9406636CA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400" b="1">
                <a:solidFill>
                  <a:srgbClr val="171717"/>
                </a:solidFill>
              </a:defRPr>
            </a:defPPr>
            <a:lvl1pPr algn="l">
              <a:defRPr sz="2400" b="1">
                <a:solidFill>
                  <a:srgbClr val="171717"/>
                </a:solidFill>
              </a:defRPr>
            </a:lvl1pPr>
            <a:lvl2pPr algn="l">
              <a:defRPr sz="2400" b="1">
                <a:solidFill>
                  <a:srgbClr val="171717"/>
                </a:solidFill>
              </a:defRPr>
            </a:lvl2pPr>
            <a:lvl3pPr algn="l">
              <a:defRPr sz="2400" b="1">
                <a:solidFill>
                  <a:srgbClr val="171717"/>
                </a:solidFill>
              </a:defRPr>
            </a:lvl3pPr>
            <a:lvl4pPr algn="l">
              <a:defRPr sz="2400" b="1">
                <a:solidFill>
                  <a:srgbClr val="171717"/>
                </a:solidFill>
              </a:defRPr>
            </a:lvl4pPr>
            <a:lvl5pPr algn="l">
              <a:defRPr sz="2400" b="1">
                <a:solidFill>
                  <a:srgbClr val="171717"/>
                </a:solidFill>
              </a:defRPr>
            </a:lvl5pPr>
            <a:lvl6pPr algn="l">
              <a:defRPr sz="2400" b="1">
                <a:solidFill>
                  <a:srgbClr val="171717"/>
                </a:solidFill>
              </a:defRPr>
            </a:lvl6pPr>
            <a:lvl7pPr algn="l">
              <a:defRPr sz="2400" b="1">
                <a:solidFill>
                  <a:srgbClr val="171717"/>
                </a:solidFill>
              </a:defRPr>
            </a:lvl7pPr>
            <a:lvl8pPr algn="l">
              <a:defRPr sz="2400" b="1">
                <a:solidFill>
                  <a:srgbClr val="171717"/>
                </a:solidFill>
              </a:defRPr>
            </a:lvl8pPr>
            <a:lvl9pPr algn="l">
              <a:defRPr sz="2400" b="1">
                <a:solidFill>
                  <a:srgbClr val="171717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</a:rPr>
              <a:t>Business problem and decision use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6FA7D2-484F-4E14-A01D-370AF2110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00" b="0">
                <a:solidFill>
                  <a:srgbClr val="646B70"/>
                </a:solidFill>
              </a:defRPr>
            </a:defPPr>
            <a:lvl1pPr algn="r">
              <a:defRPr sz="900" b="0">
                <a:solidFill>
                  <a:srgbClr val="646B70"/>
                </a:solidFill>
              </a:defRPr>
            </a:lvl1pPr>
            <a:lvl2pPr algn="r">
              <a:defRPr sz="900" b="0">
                <a:solidFill>
                  <a:srgbClr val="646B70"/>
                </a:solidFill>
              </a:defRPr>
            </a:lvl2pPr>
            <a:lvl3pPr algn="r">
              <a:defRPr sz="900" b="0">
                <a:solidFill>
                  <a:srgbClr val="646B70"/>
                </a:solidFill>
              </a:defRPr>
            </a:lvl3pPr>
            <a:lvl4pPr algn="r">
              <a:defRPr sz="900" b="0">
                <a:solidFill>
                  <a:srgbClr val="646B70"/>
                </a:solidFill>
              </a:defRPr>
            </a:lvl4pPr>
            <a:lvl5pPr algn="r">
              <a:defRPr sz="900" b="0">
                <a:solidFill>
                  <a:srgbClr val="646B70"/>
                </a:solidFill>
              </a:defRPr>
            </a:lvl5pPr>
            <a:lvl6pPr algn="r">
              <a:defRPr sz="900" b="0">
                <a:solidFill>
                  <a:srgbClr val="646B70"/>
                </a:solidFill>
              </a:defRPr>
            </a:lvl6pPr>
            <a:lvl7pPr algn="r">
              <a:defRPr sz="900" b="0">
                <a:solidFill>
                  <a:srgbClr val="646B70"/>
                </a:solidFill>
              </a:defRPr>
            </a:lvl7pPr>
            <a:lvl8pPr algn="r">
              <a:defRPr sz="900" b="0">
                <a:solidFill>
                  <a:srgbClr val="646B70"/>
                </a:solidFill>
              </a:defRPr>
            </a:lvl8pPr>
            <a:lvl9pPr algn="r">
              <a:defRPr sz="900" b="0">
                <a:solidFill>
                  <a:srgbClr val="646B70"/>
                </a:solidFill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646B70"/>
                </a:solidFill>
              </a:defRPr>
            </a:pPr>
            <a:r>
              <a:rPr sz="900" b="0">
                <a:solidFill>
                  <a:srgbClr val="646B70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1564EE-D053-4E9C-AB79-3250240EB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28750"/>
            <a:ext cx="2333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4200" b="1">
                <a:solidFill>
                  <a:srgbClr val="B64242"/>
                </a:solidFill>
              </a:defRPr>
            </a:defPPr>
            <a:lvl1pPr algn="l">
              <a:defRPr sz="4200" b="1">
                <a:solidFill>
                  <a:srgbClr val="B64242"/>
                </a:solidFill>
              </a:defRPr>
            </a:lvl1pPr>
            <a:lvl2pPr algn="l">
              <a:defRPr sz="4200" b="1">
                <a:solidFill>
                  <a:srgbClr val="B64242"/>
                </a:solidFill>
              </a:defRPr>
            </a:lvl2pPr>
            <a:lvl3pPr algn="l">
              <a:defRPr sz="4200" b="1">
                <a:solidFill>
                  <a:srgbClr val="B64242"/>
                </a:solidFill>
              </a:defRPr>
            </a:lvl3pPr>
            <a:lvl4pPr algn="l">
              <a:defRPr sz="4200" b="1">
                <a:solidFill>
                  <a:srgbClr val="B64242"/>
                </a:solidFill>
              </a:defRPr>
            </a:lvl4pPr>
            <a:lvl5pPr algn="l">
              <a:defRPr sz="4200" b="1">
                <a:solidFill>
                  <a:srgbClr val="B64242"/>
                </a:solidFill>
              </a:defRPr>
            </a:lvl5pPr>
            <a:lvl6pPr algn="l">
              <a:defRPr sz="4200" b="1">
                <a:solidFill>
                  <a:srgbClr val="B64242"/>
                </a:solidFill>
              </a:defRPr>
            </a:lvl6pPr>
            <a:lvl7pPr algn="l">
              <a:defRPr sz="4200" b="1">
                <a:solidFill>
                  <a:srgbClr val="B64242"/>
                </a:solidFill>
              </a:defRPr>
            </a:lvl7pPr>
            <a:lvl8pPr algn="l">
              <a:defRPr sz="4200" b="1">
                <a:solidFill>
                  <a:srgbClr val="B64242"/>
                </a:solidFill>
              </a:defRPr>
            </a:lvl8pPr>
            <a:lvl9pPr algn="l">
              <a:defRPr sz="4200" b="1">
                <a:solidFill>
                  <a:srgbClr val="B64242"/>
                </a:solidFill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64242"/>
                </a:solidFill>
              </a:defRPr>
            </a:pPr>
            <a:r>
              <a:rPr sz="4200" b="1">
                <a:solidFill>
                  <a:srgbClr val="B64242"/>
                </a:solidFill>
              </a:rPr>
              <a:t>16.1%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E70A3C-C3DB-4D68-BF6B-02C51C8C7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0">
                <a:solidFill>
                  <a:srgbClr val="646B70"/>
                </a:solidFill>
              </a:defRPr>
            </a:defPPr>
            <a:lvl1pPr algn="l">
              <a:defRPr sz="1575" b="0">
                <a:solidFill>
                  <a:srgbClr val="646B70"/>
                </a:solidFill>
              </a:defRPr>
            </a:lvl1pPr>
            <a:lvl2pPr algn="l">
              <a:defRPr sz="1575" b="0">
                <a:solidFill>
                  <a:srgbClr val="646B70"/>
                </a:solidFill>
              </a:defRPr>
            </a:lvl2pPr>
            <a:lvl3pPr algn="l">
              <a:defRPr sz="1575" b="0">
                <a:solidFill>
                  <a:srgbClr val="646B70"/>
                </a:solidFill>
              </a:defRPr>
            </a:lvl3pPr>
            <a:lvl4pPr algn="l">
              <a:defRPr sz="1575" b="0">
                <a:solidFill>
                  <a:srgbClr val="646B70"/>
                </a:solidFill>
              </a:defRPr>
            </a:lvl4pPr>
            <a:lvl5pPr algn="l">
              <a:defRPr sz="1575" b="0">
                <a:solidFill>
                  <a:srgbClr val="646B70"/>
                </a:solidFill>
              </a:defRPr>
            </a:lvl5pPr>
            <a:lvl6pPr algn="l">
              <a:defRPr sz="1575" b="0">
                <a:solidFill>
                  <a:srgbClr val="646B70"/>
                </a:solidFill>
              </a:defRPr>
            </a:lvl6pPr>
            <a:lvl7pPr algn="l">
              <a:defRPr sz="1575" b="0">
                <a:solidFill>
                  <a:srgbClr val="646B70"/>
                </a:solidFill>
              </a:defRPr>
            </a:lvl7pPr>
            <a:lvl8pPr algn="l">
              <a:defRPr sz="1575" b="0">
                <a:solidFill>
                  <a:srgbClr val="646B70"/>
                </a:solidFill>
              </a:defRPr>
            </a:lvl8pPr>
            <a:lvl9pPr algn="l">
              <a:defRPr sz="1575" b="0">
                <a:solidFill>
                  <a:srgbClr val="646B70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46B70"/>
                </a:solidFill>
              </a:defRPr>
            </a:pPr>
            <a:r>
              <a:rPr sz="1575" b="0">
                <a:solidFill>
                  <a:srgbClr val="646B70"/>
                </a:solidFill>
              </a:rPr>
              <a:t>observed attrition in the sample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52141E-E792-4847-B15D-035C92830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50495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>
                <a:solidFill>
                  <a:srgbClr val="356A8A"/>
                </a:solidFill>
              </a:defRPr>
            </a:defPPr>
            <a:lvl1pPr algn="l">
              <a:defRPr sz="1725" b="1">
                <a:solidFill>
                  <a:srgbClr val="356A8A"/>
                </a:solidFill>
              </a:defRPr>
            </a:lvl1pPr>
            <a:lvl2pPr algn="l">
              <a:defRPr sz="1725" b="1">
                <a:solidFill>
                  <a:srgbClr val="356A8A"/>
                </a:solidFill>
              </a:defRPr>
            </a:lvl2pPr>
            <a:lvl3pPr algn="l">
              <a:defRPr sz="1725" b="1">
                <a:solidFill>
                  <a:srgbClr val="356A8A"/>
                </a:solidFill>
              </a:defRPr>
            </a:lvl3pPr>
            <a:lvl4pPr algn="l">
              <a:defRPr sz="1725" b="1">
                <a:solidFill>
                  <a:srgbClr val="356A8A"/>
                </a:solidFill>
              </a:defRPr>
            </a:lvl4pPr>
            <a:lvl5pPr algn="l">
              <a:defRPr sz="1725" b="1">
                <a:solidFill>
                  <a:srgbClr val="356A8A"/>
                </a:solidFill>
              </a:defRPr>
            </a:lvl5pPr>
            <a:lvl6pPr algn="l">
              <a:defRPr sz="1725" b="1">
                <a:solidFill>
                  <a:srgbClr val="356A8A"/>
                </a:solidFill>
              </a:defRPr>
            </a:lvl6pPr>
            <a:lvl7pPr algn="l">
              <a:defRPr sz="1725" b="1">
                <a:solidFill>
                  <a:srgbClr val="356A8A"/>
                </a:solidFill>
              </a:defRPr>
            </a:lvl7pPr>
            <a:lvl8pPr algn="l">
              <a:defRPr sz="1725" b="1">
                <a:solidFill>
                  <a:srgbClr val="356A8A"/>
                </a:solidFill>
              </a:defRPr>
            </a:lvl8pPr>
            <a:lvl9pPr algn="l">
              <a:defRPr sz="1725" b="1">
                <a:solidFill>
                  <a:srgbClr val="356A8A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356A8A"/>
                </a:solidFill>
              </a:defRPr>
            </a:pPr>
            <a:r>
              <a:rPr sz="1725" b="1">
                <a:solidFill>
                  <a:srgbClr val="356A8A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E003FD-1EC4-4501-98F8-7D03BE342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504950"/>
            <a:ext cx="6915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0">
                <a:solidFill>
                  <a:srgbClr val="171717"/>
                </a:solidFill>
              </a:defRPr>
            </a:defPPr>
            <a:lvl1pPr algn="l">
              <a:defRPr sz="1725" b="0">
                <a:solidFill>
                  <a:srgbClr val="171717"/>
                </a:solidFill>
              </a:defRPr>
            </a:lvl1pPr>
            <a:lvl2pPr algn="l">
              <a:defRPr sz="1725" b="0">
                <a:solidFill>
                  <a:srgbClr val="171717"/>
                </a:solidFill>
              </a:defRPr>
            </a:lvl2pPr>
            <a:lvl3pPr algn="l">
              <a:defRPr sz="1725" b="0">
                <a:solidFill>
                  <a:srgbClr val="171717"/>
                </a:solidFill>
              </a:defRPr>
            </a:lvl3pPr>
            <a:lvl4pPr algn="l">
              <a:defRPr sz="1725" b="0">
                <a:solidFill>
                  <a:srgbClr val="171717"/>
                </a:solidFill>
              </a:defRPr>
            </a:lvl4pPr>
            <a:lvl5pPr algn="l">
              <a:defRPr sz="1725" b="0">
                <a:solidFill>
                  <a:srgbClr val="171717"/>
                </a:solidFill>
              </a:defRPr>
            </a:lvl5pPr>
            <a:lvl6pPr algn="l">
              <a:defRPr sz="1725" b="0">
                <a:solidFill>
                  <a:srgbClr val="171717"/>
                </a:solidFill>
              </a:defRPr>
            </a:lvl6pPr>
            <a:lvl7pPr algn="l">
              <a:defRPr sz="1725" b="0">
                <a:solidFill>
                  <a:srgbClr val="171717"/>
                </a:solidFill>
              </a:defRPr>
            </a:lvl7pPr>
            <a:lvl8pPr algn="l">
              <a:defRPr sz="1725" b="0">
                <a:solidFill>
                  <a:srgbClr val="171717"/>
                </a:solidFill>
              </a:defRPr>
            </a:lvl8pPr>
            <a:lvl9pPr algn="l">
              <a:defRPr sz="1725" b="0">
                <a:solidFill>
                  <a:srgbClr val="171717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71717"/>
                </a:solidFill>
              </a:defRPr>
            </a:pPr>
            <a:r>
              <a:rPr sz="1725" b="0">
                <a:solidFill>
                  <a:srgbClr val="171717"/>
                </a:solidFill>
              </a:rPr>
              <a:t>HR needs a consistent way to rank retention risk and inspect department trends.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90AF40-BB6E-43B0-936B-FC578173C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0507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>
                <a:solidFill>
                  <a:srgbClr val="356A8A"/>
                </a:solidFill>
              </a:defRPr>
            </a:defPPr>
            <a:lvl1pPr algn="l">
              <a:defRPr sz="1725" b="1">
                <a:solidFill>
                  <a:srgbClr val="356A8A"/>
                </a:solidFill>
              </a:defRPr>
            </a:lvl1pPr>
            <a:lvl2pPr algn="l">
              <a:defRPr sz="1725" b="1">
                <a:solidFill>
                  <a:srgbClr val="356A8A"/>
                </a:solidFill>
              </a:defRPr>
            </a:lvl2pPr>
            <a:lvl3pPr algn="l">
              <a:defRPr sz="1725" b="1">
                <a:solidFill>
                  <a:srgbClr val="356A8A"/>
                </a:solidFill>
              </a:defRPr>
            </a:lvl3pPr>
            <a:lvl4pPr algn="l">
              <a:defRPr sz="1725" b="1">
                <a:solidFill>
                  <a:srgbClr val="356A8A"/>
                </a:solidFill>
              </a:defRPr>
            </a:lvl4pPr>
            <a:lvl5pPr algn="l">
              <a:defRPr sz="1725" b="1">
                <a:solidFill>
                  <a:srgbClr val="356A8A"/>
                </a:solidFill>
              </a:defRPr>
            </a:lvl5pPr>
            <a:lvl6pPr algn="l">
              <a:defRPr sz="1725" b="1">
                <a:solidFill>
                  <a:srgbClr val="356A8A"/>
                </a:solidFill>
              </a:defRPr>
            </a:lvl6pPr>
            <a:lvl7pPr algn="l">
              <a:defRPr sz="1725" b="1">
                <a:solidFill>
                  <a:srgbClr val="356A8A"/>
                </a:solidFill>
              </a:defRPr>
            </a:lvl7pPr>
            <a:lvl8pPr algn="l">
              <a:defRPr sz="1725" b="1">
                <a:solidFill>
                  <a:srgbClr val="356A8A"/>
                </a:solidFill>
              </a:defRPr>
            </a:lvl8pPr>
            <a:lvl9pPr algn="l">
              <a:defRPr sz="1725" b="1">
                <a:solidFill>
                  <a:srgbClr val="356A8A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356A8A"/>
                </a:solidFill>
              </a:defRPr>
            </a:pPr>
            <a:r>
              <a:rPr sz="1725" b="1">
                <a:solidFill>
                  <a:srgbClr val="356A8A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FCAAF1-2032-4CDB-A7A1-0B6412E02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05075"/>
            <a:ext cx="6915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0">
                <a:solidFill>
                  <a:srgbClr val="171717"/>
                </a:solidFill>
              </a:defRPr>
            </a:defPPr>
            <a:lvl1pPr algn="l">
              <a:defRPr sz="1725" b="0">
                <a:solidFill>
                  <a:srgbClr val="171717"/>
                </a:solidFill>
              </a:defRPr>
            </a:lvl1pPr>
            <a:lvl2pPr algn="l">
              <a:defRPr sz="1725" b="0">
                <a:solidFill>
                  <a:srgbClr val="171717"/>
                </a:solidFill>
              </a:defRPr>
            </a:lvl2pPr>
            <a:lvl3pPr algn="l">
              <a:defRPr sz="1725" b="0">
                <a:solidFill>
                  <a:srgbClr val="171717"/>
                </a:solidFill>
              </a:defRPr>
            </a:lvl3pPr>
            <a:lvl4pPr algn="l">
              <a:defRPr sz="1725" b="0">
                <a:solidFill>
                  <a:srgbClr val="171717"/>
                </a:solidFill>
              </a:defRPr>
            </a:lvl4pPr>
            <a:lvl5pPr algn="l">
              <a:defRPr sz="1725" b="0">
                <a:solidFill>
                  <a:srgbClr val="171717"/>
                </a:solidFill>
              </a:defRPr>
            </a:lvl5pPr>
            <a:lvl6pPr algn="l">
              <a:defRPr sz="1725" b="0">
                <a:solidFill>
                  <a:srgbClr val="171717"/>
                </a:solidFill>
              </a:defRPr>
            </a:lvl6pPr>
            <a:lvl7pPr algn="l">
              <a:defRPr sz="1725" b="0">
                <a:solidFill>
                  <a:srgbClr val="171717"/>
                </a:solidFill>
              </a:defRPr>
            </a:lvl7pPr>
            <a:lvl8pPr algn="l">
              <a:defRPr sz="1725" b="0">
                <a:solidFill>
                  <a:srgbClr val="171717"/>
                </a:solidFill>
              </a:defRPr>
            </a:lvl8pPr>
            <a:lvl9pPr algn="l">
              <a:defRPr sz="1725" b="0">
                <a:solidFill>
                  <a:srgbClr val="171717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71717"/>
                </a:solidFill>
              </a:defRPr>
            </a:pPr>
            <a:r>
              <a:rPr sz="1725" b="0">
                <a:solidFill>
                  <a:srgbClr val="171717"/>
                </a:solidFill>
              </a:rPr>
              <a:t>The platform combines verified model evidence with workforce context and a real scoring interface.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567D95-16D8-49A1-AEF4-B0789F2CE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50520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>
                <a:solidFill>
                  <a:srgbClr val="356A8A"/>
                </a:solidFill>
              </a:defRPr>
            </a:defPPr>
            <a:lvl1pPr algn="l">
              <a:defRPr sz="1725" b="1">
                <a:solidFill>
                  <a:srgbClr val="356A8A"/>
                </a:solidFill>
              </a:defRPr>
            </a:lvl1pPr>
            <a:lvl2pPr algn="l">
              <a:defRPr sz="1725" b="1">
                <a:solidFill>
                  <a:srgbClr val="356A8A"/>
                </a:solidFill>
              </a:defRPr>
            </a:lvl2pPr>
            <a:lvl3pPr algn="l">
              <a:defRPr sz="1725" b="1">
                <a:solidFill>
                  <a:srgbClr val="356A8A"/>
                </a:solidFill>
              </a:defRPr>
            </a:lvl3pPr>
            <a:lvl4pPr algn="l">
              <a:defRPr sz="1725" b="1">
                <a:solidFill>
                  <a:srgbClr val="356A8A"/>
                </a:solidFill>
              </a:defRPr>
            </a:lvl4pPr>
            <a:lvl5pPr algn="l">
              <a:defRPr sz="1725" b="1">
                <a:solidFill>
                  <a:srgbClr val="356A8A"/>
                </a:solidFill>
              </a:defRPr>
            </a:lvl5pPr>
            <a:lvl6pPr algn="l">
              <a:defRPr sz="1725" b="1">
                <a:solidFill>
                  <a:srgbClr val="356A8A"/>
                </a:solidFill>
              </a:defRPr>
            </a:lvl6pPr>
            <a:lvl7pPr algn="l">
              <a:defRPr sz="1725" b="1">
                <a:solidFill>
                  <a:srgbClr val="356A8A"/>
                </a:solidFill>
              </a:defRPr>
            </a:lvl7pPr>
            <a:lvl8pPr algn="l">
              <a:defRPr sz="1725" b="1">
                <a:solidFill>
                  <a:srgbClr val="356A8A"/>
                </a:solidFill>
              </a:defRPr>
            </a:lvl8pPr>
            <a:lvl9pPr algn="l">
              <a:defRPr sz="1725" b="1">
                <a:solidFill>
                  <a:srgbClr val="356A8A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356A8A"/>
                </a:solidFill>
              </a:defRPr>
            </a:pPr>
            <a:r>
              <a:rPr sz="1725" b="1">
                <a:solidFill>
                  <a:srgbClr val="356A8A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63526E-4058-4F78-A1E2-E94E01B78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505200"/>
            <a:ext cx="6915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0">
                <a:solidFill>
                  <a:srgbClr val="171717"/>
                </a:solidFill>
              </a:defRPr>
            </a:defPPr>
            <a:lvl1pPr algn="l">
              <a:defRPr sz="1725" b="0">
                <a:solidFill>
                  <a:srgbClr val="171717"/>
                </a:solidFill>
              </a:defRPr>
            </a:lvl1pPr>
            <a:lvl2pPr algn="l">
              <a:defRPr sz="1725" b="0">
                <a:solidFill>
                  <a:srgbClr val="171717"/>
                </a:solidFill>
              </a:defRPr>
            </a:lvl2pPr>
            <a:lvl3pPr algn="l">
              <a:defRPr sz="1725" b="0">
                <a:solidFill>
                  <a:srgbClr val="171717"/>
                </a:solidFill>
              </a:defRPr>
            </a:lvl3pPr>
            <a:lvl4pPr algn="l">
              <a:defRPr sz="1725" b="0">
                <a:solidFill>
                  <a:srgbClr val="171717"/>
                </a:solidFill>
              </a:defRPr>
            </a:lvl4pPr>
            <a:lvl5pPr algn="l">
              <a:defRPr sz="1725" b="0">
                <a:solidFill>
                  <a:srgbClr val="171717"/>
                </a:solidFill>
              </a:defRPr>
            </a:lvl5pPr>
            <a:lvl6pPr algn="l">
              <a:defRPr sz="1725" b="0">
                <a:solidFill>
                  <a:srgbClr val="171717"/>
                </a:solidFill>
              </a:defRPr>
            </a:lvl6pPr>
            <a:lvl7pPr algn="l">
              <a:defRPr sz="1725" b="0">
                <a:solidFill>
                  <a:srgbClr val="171717"/>
                </a:solidFill>
              </a:defRPr>
            </a:lvl7pPr>
            <a:lvl8pPr algn="l">
              <a:defRPr sz="1725" b="0">
                <a:solidFill>
                  <a:srgbClr val="171717"/>
                </a:solidFill>
              </a:defRPr>
            </a:lvl8pPr>
            <a:lvl9pPr algn="l">
              <a:defRPr sz="1725" b="0">
                <a:solidFill>
                  <a:srgbClr val="171717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71717"/>
                </a:solidFill>
              </a:defRPr>
            </a:pPr>
            <a:r>
              <a:rPr sz="1725" b="0">
                <a:solidFill>
                  <a:srgbClr val="171717"/>
                </a:solidFill>
              </a:rPr>
              <a:t>Risk scores support voluntary retention outreach. They do not decide employment actions.</a:t>
            </a:r>
          </a:p>
        </p:txBody>
      </p:sp>
    </p:spTree>
    <p:extLst>
      <p:ext uri="{BB962C8B-B14F-4D97-AF65-F5344CB8AC3E}">
        <p14:creationId xmlns:p14="http://schemas.microsoft.com/office/powerpoint/2010/main" val="13300179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095385-BB53-49AA-88C6-D0C1E3531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8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744EC8-A8C8-4C14-869F-79FE5466C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400" b="1">
                <a:solidFill>
                  <a:srgbClr val="171717"/>
                </a:solidFill>
              </a:defRPr>
            </a:defPPr>
            <a:lvl1pPr algn="l">
              <a:defRPr sz="2400" b="1">
                <a:solidFill>
                  <a:srgbClr val="171717"/>
                </a:solidFill>
              </a:defRPr>
            </a:lvl1pPr>
            <a:lvl2pPr algn="l">
              <a:defRPr sz="2400" b="1">
                <a:solidFill>
                  <a:srgbClr val="171717"/>
                </a:solidFill>
              </a:defRPr>
            </a:lvl2pPr>
            <a:lvl3pPr algn="l">
              <a:defRPr sz="2400" b="1">
                <a:solidFill>
                  <a:srgbClr val="171717"/>
                </a:solidFill>
              </a:defRPr>
            </a:lvl3pPr>
            <a:lvl4pPr algn="l">
              <a:defRPr sz="2400" b="1">
                <a:solidFill>
                  <a:srgbClr val="171717"/>
                </a:solidFill>
              </a:defRPr>
            </a:lvl4pPr>
            <a:lvl5pPr algn="l">
              <a:defRPr sz="2400" b="1">
                <a:solidFill>
                  <a:srgbClr val="171717"/>
                </a:solidFill>
              </a:defRPr>
            </a:lvl5pPr>
            <a:lvl6pPr algn="l">
              <a:defRPr sz="2400" b="1">
                <a:solidFill>
                  <a:srgbClr val="171717"/>
                </a:solidFill>
              </a:defRPr>
            </a:lvl6pPr>
            <a:lvl7pPr algn="l">
              <a:defRPr sz="2400" b="1">
                <a:solidFill>
                  <a:srgbClr val="171717"/>
                </a:solidFill>
              </a:defRPr>
            </a:lvl7pPr>
            <a:lvl8pPr algn="l">
              <a:defRPr sz="2400" b="1">
                <a:solidFill>
                  <a:srgbClr val="171717"/>
                </a:solidFill>
              </a:defRPr>
            </a:lvl8pPr>
            <a:lvl9pPr algn="l">
              <a:defRPr sz="2400" b="1">
                <a:solidFill>
                  <a:srgbClr val="171717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</a:rPr>
              <a:t>Data and evaluation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6F5A09-DB1D-4585-9FF8-8E3B38399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00" b="0">
                <a:solidFill>
                  <a:srgbClr val="646B70"/>
                </a:solidFill>
              </a:defRPr>
            </a:defPPr>
            <a:lvl1pPr algn="r">
              <a:defRPr sz="900" b="0">
                <a:solidFill>
                  <a:srgbClr val="646B70"/>
                </a:solidFill>
              </a:defRPr>
            </a:lvl1pPr>
            <a:lvl2pPr algn="r">
              <a:defRPr sz="900" b="0">
                <a:solidFill>
                  <a:srgbClr val="646B70"/>
                </a:solidFill>
              </a:defRPr>
            </a:lvl2pPr>
            <a:lvl3pPr algn="r">
              <a:defRPr sz="900" b="0">
                <a:solidFill>
                  <a:srgbClr val="646B70"/>
                </a:solidFill>
              </a:defRPr>
            </a:lvl3pPr>
            <a:lvl4pPr algn="r">
              <a:defRPr sz="900" b="0">
                <a:solidFill>
                  <a:srgbClr val="646B70"/>
                </a:solidFill>
              </a:defRPr>
            </a:lvl4pPr>
            <a:lvl5pPr algn="r">
              <a:defRPr sz="900" b="0">
                <a:solidFill>
                  <a:srgbClr val="646B70"/>
                </a:solidFill>
              </a:defRPr>
            </a:lvl5pPr>
            <a:lvl6pPr algn="r">
              <a:defRPr sz="900" b="0">
                <a:solidFill>
                  <a:srgbClr val="646B70"/>
                </a:solidFill>
              </a:defRPr>
            </a:lvl6pPr>
            <a:lvl7pPr algn="r">
              <a:defRPr sz="900" b="0">
                <a:solidFill>
                  <a:srgbClr val="646B70"/>
                </a:solidFill>
              </a:defRPr>
            </a:lvl7pPr>
            <a:lvl8pPr algn="r">
              <a:defRPr sz="900" b="0">
                <a:solidFill>
                  <a:srgbClr val="646B70"/>
                </a:solidFill>
              </a:defRPr>
            </a:lvl8pPr>
            <a:lvl9pPr algn="r">
              <a:defRPr sz="900" b="0">
                <a:solidFill>
                  <a:srgbClr val="646B70"/>
                </a:solidFill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646B70"/>
                </a:solidFill>
              </a:defRPr>
            </a:pPr>
            <a:r>
              <a:rPr sz="900" b="0">
                <a:solidFill>
                  <a:srgbClr val="646B70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0E9364-7C9F-4639-87BD-AA45F7502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6685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750" b="1">
                <a:solidFill>
                  <a:srgbClr val="356A8A"/>
                </a:solidFill>
              </a:defRPr>
            </a:defPPr>
            <a:lvl1pPr algn="l">
              <a:defRPr sz="3750" b="1">
                <a:solidFill>
                  <a:srgbClr val="356A8A"/>
                </a:solidFill>
              </a:defRPr>
            </a:lvl1pPr>
            <a:lvl2pPr algn="l">
              <a:defRPr sz="3750" b="1">
                <a:solidFill>
                  <a:srgbClr val="356A8A"/>
                </a:solidFill>
              </a:defRPr>
            </a:lvl2pPr>
            <a:lvl3pPr algn="l">
              <a:defRPr sz="3750" b="1">
                <a:solidFill>
                  <a:srgbClr val="356A8A"/>
                </a:solidFill>
              </a:defRPr>
            </a:lvl3pPr>
            <a:lvl4pPr algn="l">
              <a:defRPr sz="3750" b="1">
                <a:solidFill>
                  <a:srgbClr val="356A8A"/>
                </a:solidFill>
              </a:defRPr>
            </a:lvl4pPr>
            <a:lvl5pPr algn="l">
              <a:defRPr sz="3750" b="1">
                <a:solidFill>
                  <a:srgbClr val="356A8A"/>
                </a:solidFill>
              </a:defRPr>
            </a:lvl5pPr>
            <a:lvl6pPr algn="l">
              <a:defRPr sz="3750" b="1">
                <a:solidFill>
                  <a:srgbClr val="356A8A"/>
                </a:solidFill>
              </a:defRPr>
            </a:lvl6pPr>
            <a:lvl7pPr algn="l">
              <a:defRPr sz="3750" b="1">
                <a:solidFill>
                  <a:srgbClr val="356A8A"/>
                </a:solidFill>
              </a:defRPr>
            </a:lvl7pPr>
            <a:lvl8pPr algn="l">
              <a:defRPr sz="3750" b="1">
                <a:solidFill>
                  <a:srgbClr val="356A8A"/>
                </a:solidFill>
              </a:defRPr>
            </a:lvl8pPr>
            <a:lvl9pPr algn="l">
              <a:defRPr sz="3750" b="1">
                <a:solidFill>
                  <a:srgbClr val="356A8A"/>
                </a:solidFill>
              </a:defRPr>
            </a:lvl9pPr>
          </a:lstStyle>
          <a:p xmlns:a="http://schemas.openxmlformats.org/drawingml/2006/main">
            <a:pPr algn="l">
              <a:defRPr sz="3750" b="1">
                <a:solidFill>
                  <a:srgbClr val="356A8A"/>
                </a:solidFill>
              </a:defRPr>
            </a:pPr>
            <a:r>
              <a:rPr sz="3750" b="1">
                <a:solidFill>
                  <a:srgbClr val="356A8A"/>
                </a:solidFill>
              </a:rPr>
              <a:t>1,470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FAEB84-134D-4D46-B91C-3AB9B2CF2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646B70"/>
                </a:solidFill>
              </a:defRPr>
            </a:defPPr>
            <a:lvl1pPr algn="l">
              <a:defRPr sz="1500" b="0">
                <a:solidFill>
                  <a:srgbClr val="646B70"/>
                </a:solidFill>
              </a:defRPr>
            </a:lvl1pPr>
            <a:lvl2pPr algn="l">
              <a:defRPr sz="1500" b="0">
                <a:solidFill>
                  <a:srgbClr val="646B70"/>
                </a:solidFill>
              </a:defRPr>
            </a:lvl2pPr>
            <a:lvl3pPr algn="l">
              <a:defRPr sz="1500" b="0">
                <a:solidFill>
                  <a:srgbClr val="646B70"/>
                </a:solidFill>
              </a:defRPr>
            </a:lvl3pPr>
            <a:lvl4pPr algn="l">
              <a:defRPr sz="1500" b="0">
                <a:solidFill>
                  <a:srgbClr val="646B70"/>
                </a:solidFill>
              </a:defRPr>
            </a:lvl4pPr>
            <a:lvl5pPr algn="l">
              <a:defRPr sz="1500" b="0">
                <a:solidFill>
                  <a:srgbClr val="646B70"/>
                </a:solidFill>
              </a:defRPr>
            </a:lvl5pPr>
            <a:lvl6pPr algn="l">
              <a:defRPr sz="1500" b="0">
                <a:solidFill>
                  <a:srgbClr val="646B70"/>
                </a:solidFill>
              </a:defRPr>
            </a:lvl6pPr>
            <a:lvl7pPr algn="l">
              <a:defRPr sz="1500" b="0">
                <a:solidFill>
                  <a:srgbClr val="646B70"/>
                </a:solidFill>
              </a:defRPr>
            </a:lvl7pPr>
            <a:lvl8pPr algn="l">
              <a:defRPr sz="1500" b="0">
                <a:solidFill>
                  <a:srgbClr val="646B70"/>
                </a:solidFill>
              </a:defRPr>
            </a:lvl8pPr>
            <a:lvl9pPr algn="l">
              <a:defRPr sz="1500" b="0">
                <a:solidFill>
                  <a:srgbClr val="646B70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46B70"/>
                </a:solidFill>
              </a:defRPr>
            </a:pPr>
            <a:r>
              <a:rPr sz="1500" b="0">
                <a:solidFill>
                  <a:srgbClr val="646B70"/>
                </a:solidFill>
              </a:rPr>
              <a:t>fictional employee records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7D9FF5-7003-463E-99EC-76F4A0594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1945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750" b="1">
                <a:solidFill>
                  <a:srgbClr val="356A8A"/>
                </a:solidFill>
              </a:defRPr>
            </a:defPPr>
            <a:lvl1pPr algn="l">
              <a:defRPr sz="3750" b="1">
                <a:solidFill>
                  <a:srgbClr val="356A8A"/>
                </a:solidFill>
              </a:defRPr>
            </a:lvl1pPr>
            <a:lvl2pPr algn="l">
              <a:defRPr sz="3750" b="1">
                <a:solidFill>
                  <a:srgbClr val="356A8A"/>
                </a:solidFill>
              </a:defRPr>
            </a:lvl2pPr>
            <a:lvl3pPr algn="l">
              <a:defRPr sz="3750" b="1">
                <a:solidFill>
                  <a:srgbClr val="356A8A"/>
                </a:solidFill>
              </a:defRPr>
            </a:lvl3pPr>
            <a:lvl4pPr algn="l">
              <a:defRPr sz="3750" b="1">
                <a:solidFill>
                  <a:srgbClr val="356A8A"/>
                </a:solidFill>
              </a:defRPr>
            </a:lvl4pPr>
            <a:lvl5pPr algn="l">
              <a:defRPr sz="3750" b="1">
                <a:solidFill>
                  <a:srgbClr val="356A8A"/>
                </a:solidFill>
              </a:defRPr>
            </a:lvl5pPr>
            <a:lvl6pPr algn="l">
              <a:defRPr sz="3750" b="1">
                <a:solidFill>
                  <a:srgbClr val="356A8A"/>
                </a:solidFill>
              </a:defRPr>
            </a:lvl6pPr>
            <a:lvl7pPr algn="l">
              <a:defRPr sz="3750" b="1">
                <a:solidFill>
                  <a:srgbClr val="356A8A"/>
                </a:solidFill>
              </a:defRPr>
            </a:lvl7pPr>
            <a:lvl8pPr algn="l">
              <a:defRPr sz="3750" b="1">
                <a:solidFill>
                  <a:srgbClr val="356A8A"/>
                </a:solidFill>
              </a:defRPr>
            </a:lvl8pPr>
            <a:lvl9pPr algn="l">
              <a:defRPr sz="3750" b="1">
                <a:solidFill>
                  <a:srgbClr val="356A8A"/>
                </a:solidFill>
              </a:defRPr>
            </a:lvl9pPr>
          </a:lstStyle>
          <a:p xmlns:a="http://schemas.openxmlformats.org/drawingml/2006/main">
            <a:pPr algn="l">
              <a:defRPr sz="3750" b="1">
                <a:solidFill>
                  <a:srgbClr val="356A8A"/>
                </a:solidFill>
              </a:defRPr>
            </a:pPr>
            <a:r>
              <a:rPr sz="3750" b="1">
                <a:solidFill>
                  <a:srgbClr val="356A8A"/>
                </a:solidFill>
              </a:rPr>
              <a:t>35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4AB878-04E1-45BA-985E-915302469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2430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646B70"/>
                </a:solidFill>
              </a:defRPr>
            </a:defPPr>
            <a:lvl1pPr algn="l">
              <a:defRPr sz="1500" b="0">
                <a:solidFill>
                  <a:srgbClr val="646B70"/>
                </a:solidFill>
              </a:defRPr>
            </a:lvl1pPr>
            <a:lvl2pPr algn="l">
              <a:defRPr sz="1500" b="0">
                <a:solidFill>
                  <a:srgbClr val="646B70"/>
                </a:solidFill>
              </a:defRPr>
            </a:lvl2pPr>
            <a:lvl3pPr algn="l">
              <a:defRPr sz="1500" b="0">
                <a:solidFill>
                  <a:srgbClr val="646B70"/>
                </a:solidFill>
              </a:defRPr>
            </a:lvl3pPr>
            <a:lvl4pPr algn="l">
              <a:defRPr sz="1500" b="0">
                <a:solidFill>
                  <a:srgbClr val="646B70"/>
                </a:solidFill>
              </a:defRPr>
            </a:lvl4pPr>
            <a:lvl5pPr algn="l">
              <a:defRPr sz="1500" b="0">
                <a:solidFill>
                  <a:srgbClr val="646B70"/>
                </a:solidFill>
              </a:defRPr>
            </a:lvl5pPr>
            <a:lvl6pPr algn="l">
              <a:defRPr sz="1500" b="0">
                <a:solidFill>
                  <a:srgbClr val="646B70"/>
                </a:solidFill>
              </a:defRPr>
            </a:lvl6pPr>
            <a:lvl7pPr algn="l">
              <a:defRPr sz="1500" b="0">
                <a:solidFill>
                  <a:srgbClr val="646B70"/>
                </a:solidFill>
              </a:defRPr>
            </a:lvl7pPr>
            <a:lvl8pPr algn="l">
              <a:defRPr sz="1500" b="0">
                <a:solidFill>
                  <a:srgbClr val="646B70"/>
                </a:solidFill>
              </a:defRPr>
            </a:lvl8pPr>
            <a:lvl9pPr algn="l">
              <a:defRPr sz="1500" b="0">
                <a:solidFill>
                  <a:srgbClr val="646B70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46B70"/>
                </a:solidFill>
              </a:defRPr>
            </a:pPr>
            <a:r>
              <a:rPr sz="1500" b="0">
                <a:solidFill>
                  <a:srgbClr val="646B70"/>
                </a:solidFill>
              </a:rPr>
              <a:t>source fields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2A2499-435F-4D24-A3DA-963F30C3B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138112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>
                <a:solidFill>
                  <a:srgbClr val="356A8A"/>
                </a:solidFill>
              </a:defRPr>
            </a:defPPr>
            <a:lvl1pPr algn="l">
              <a:defRPr sz="1575" b="1">
                <a:solidFill>
                  <a:srgbClr val="356A8A"/>
                </a:solidFill>
              </a:defRPr>
            </a:lvl1pPr>
            <a:lvl2pPr algn="l">
              <a:defRPr sz="1575" b="1">
                <a:solidFill>
                  <a:srgbClr val="356A8A"/>
                </a:solidFill>
              </a:defRPr>
            </a:lvl2pPr>
            <a:lvl3pPr algn="l">
              <a:defRPr sz="1575" b="1">
                <a:solidFill>
                  <a:srgbClr val="356A8A"/>
                </a:solidFill>
              </a:defRPr>
            </a:lvl3pPr>
            <a:lvl4pPr algn="l">
              <a:defRPr sz="1575" b="1">
                <a:solidFill>
                  <a:srgbClr val="356A8A"/>
                </a:solidFill>
              </a:defRPr>
            </a:lvl4pPr>
            <a:lvl5pPr algn="l">
              <a:defRPr sz="1575" b="1">
                <a:solidFill>
                  <a:srgbClr val="356A8A"/>
                </a:solidFill>
              </a:defRPr>
            </a:lvl5pPr>
            <a:lvl6pPr algn="l">
              <a:defRPr sz="1575" b="1">
                <a:solidFill>
                  <a:srgbClr val="356A8A"/>
                </a:solidFill>
              </a:defRPr>
            </a:lvl6pPr>
            <a:lvl7pPr algn="l">
              <a:defRPr sz="1575" b="1">
                <a:solidFill>
                  <a:srgbClr val="356A8A"/>
                </a:solidFill>
              </a:defRPr>
            </a:lvl7pPr>
            <a:lvl8pPr algn="l">
              <a:defRPr sz="1575" b="1">
                <a:solidFill>
                  <a:srgbClr val="356A8A"/>
                </a:solidFill>
              </a:defRPr>
            </a:lvl8pPr>
            <a:lvl9pPr algn="l">
              <a:defRPr sz="1575" b="1">
                <a:solidFill>
                  <a:srgbClr val="356A8A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356A8A"/>
                </a:solidFill>
              </a:defRPr>
            </a:pPr>
            <a:r>
              <a:rPr sz="1575" b="1">
                <a:solidFill>
                  <a:srgbClr val="356A8A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50B83D-FA64-4850-AD81-B8128A5EB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381125"/>
            <a:ext cx="6915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0">
                <a:solidFill>
                  <a:srgbClr val="171717"/>
                </a:solidFill>
              </a:defRPr>
            </a:defPPr>
            <a:lvl1pPr algn="l">
              <a:defRPr sz="1575" b="0">
                <a:solidFill>
                  <a:srgbClr val="171717"/>
                </a:solidFill>
              </a:defRPr>
            </a:lvl1pPr>
            <a:lvl2pPr algn="l">
              <a:defRPr sz="1575" b="0">
                <a:solidFill>
                  <a:srgbClr val="171717"/>
                </a:solidFill>
              </a:defRPr>
            </a:lvl2pPr>
            <a:lvl3pPr algn="l">
              <a:defRPr sz="1575" b="0">
                <a:solidFill>
                  <a:srgbClr val="171717"/>
                </a:solidFill>
              </a:defRPr>
            </a:lvl3pPr>
            <a:lvl4pPr algn="l">
              <a:defRPr sz="1575" b="0">
                <a:solidFill>
                  <a:srgbClr val="171717"/>
                </a:solidFill>
              </a:defRPr>
            </a:lvl4pPr>
            <a:lvl5pPr algn="l">
              <a:defRPr sz="1575" b="0">
                <a:solidFill>
                  <a:srgbClr val="171717"/>
                </a:solidFill>
              </a:defRPr>
            </a:lvl5pPr>
            <a:lvl6pPr algn="l">
              <a:defRPr sz="1575" b="0">
                <a:solidFill>
                  <a:srgbClr val="171717"/>
                </a:solidFill>
              </a:defRPr>
            </a:lvl6pPr>
            <a:lvl7pPr algn="l">
              <a:defRPr sz="1575" b="0">
                <a:solidFill>
                  <a:srgbClr val="171717"/>
                </a:solidFill>
              </a:defRPr>
            </a:lvl7pPr>
            <a:lvl8pPr algn="l">
              <a:defRPr sz="1575" b="0">
                <a:solidFill>
                  <a:srgbClr val="171717"/>
                </a:solidFill>
              </a:defRPr>
            </a:lvl8pPr>
            <a:lvl9pPr algn="l">
              <a:defRPr sz="1575" b="0">
                <a:solidFill>
                  <a:srgbClr val="171717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1717"/>
                </a:solidFill>
              </a:defRPr>
            </a:pPr>
            <a:r>
              <a:rPr sz="1575" b="0">
                <a:solidFill>
                  <a:srgbClr val="171717"/>
                </a:solidFill>
              </a:rPr>
              <a:t>Stratified 80/20 holdout split with random seed 42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836CC5-125F-49F1-8A5B-4E4ABFFE3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21932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>
                <a:solidFill>
                  <a:srgbClr val="356A8A"/>
                </a:solidFill>
              </a:defRPr>
            </a:defPPr>
            <a:lvl1pPr algn="l">
              <a:defRPr sz="1575" b="1">
                <a:solidFill>
                  <a:srgbClr val="356A8A"/>
                </a:solidFill>
              </a:defRPr>
            </a:lvl1pPr>
            <a:lvl2pPr algn="l">
              <a:defRPr sz="1575" b="1">
                <a:solidFill>
                  <a:srgbClr val="356A8A"/>
                </a:solidFill>
              </a:defRPr>
            </a:lvl2pPr>
            <a:lvl3pPr algn="l">
              <a:defRPr sz="1575" b="1">
                <a:solidFill>
                  <a:srgbClr val="356A8A"/>
                </a:solidFill>
              </a:defRPr>
            </a:lvl3pPr>
            <a:lvl4pPr algn="l">
              <a:defRPr sz="1575" b="1">
                <a:solidFill>
                  <a:srgbClr val="356A8A"/>
                </a:solidFill>
              </a:defRPr>
            </a:lvl4pPr>
            <a:lvl5pPr algn="l">
              <a:defRPr sz="1575" b="1">
                <a:solidFill>
                  <a:srgbClr val="356A8A"/>
                </a:solidFill>
              </a:defRPr>
            </a:lvl5pPr>
            <a:lvl6pPr algn="l">
              <a:defRPr sz="1575" b="1">
                <a:solidFill>
                  <a:srgbClr val="356A8A"/>
                </a:solidFill>
              </a:defRPr>
            </a:lvl6pPr>
            <a:lvl7pPr algn="l">
              <a:defRPr sz="1575" b="1">
                <a:solidFill>
                  <a:srgbClr val="356A8A"/>
                </a:solidFill>
              </a:defRPr>
            </a:lvl7pPr>
            <a:lvl8pPr algn="l">
              <a:defRPr sz="1575" b="1">
                <a:solidFill>
                  <a:srgbClr val="356A8A"/>
                </a:solidFill>
              </a:defRPr>
            </a:lvl8pPr>
            <a:lvl9pPr algn="l">
              <a:defRPr sz="1575" b="1">
                <a:solidFill>
                  <a:srgbClr val="356A8A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356A8A"/>
                </a:solidFill>
              </a:defRPr>
            </a:pPr>
            <a:r>
              <a:rPr sz="1575" b="1">
                <a:solidFill>
                  <a:srgbClr val="356A8A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711A16-3AFF-4CB6-9688-FF9657E5B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219325"/>
            <a:ext cx="6915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0">
                <a:solidFill>
                  <a:srgbClr val="171717"/>
                </a:solidFill>
              </a:defRPr>
            </a:defPPr>
            <a:lvl1pPr algn="l">
              <a:defRPr sz="1575" b="0">
                <a:solidFill>
                  <a:srgbClr val="171717"/>
                </a:solidFill>
              </a:defRPr>
            </a:lvl1pPr>
            <a:lvl2pPr algn="l">
              <a:defRPr sz="1575" b="0">
                <a:solidFill>
                  <a:srgbClr val="171717"/>
                </a:solidFill>
              </a:defRPr>
            </a:lvl2pPr>
            <a:lvl3pPr algn="l">
              <a:defRPr sz="1575" b="0">
                <a:solidFill>
                  <a:srgbClr val="171717"/>
                </a:solidFill>
              </a:defRPr>
            </a:lvl3pPr>
            <a:lvl4pPr algn="l">
              <a:defRPr sz="1575" b="0">
                <a:solidFill>
                  <a:srgbClr val="171717"/>
                </a:solidFill>
              </a:defRPr>
            </a:lvl4pPr>
            <a:lvl5pPr algn="l">
              <a:defRPr sz="1575" b="0">
                <a:solidFill>
                  <a:srgbClr val="171717"/>
                </a:solidFill>
              </a:defRPr>
            </a:lvl5pPr>
            <a:lvl6pPr algn="l">
              <a:defRPr sz="1575" b="0">
                <a:solidFill>
                  <a:srgbClr val="171717"/>
                </a:solidFill>
              </a:defRPr>
            </a:lvl6pPr>
            <a:lvl7pPr algn="l">
              <a:defRPr sz="1575" b="0">
                <a:solidFill>
                  <a:srgbClr val="171717"/>
                </a:solidFill>
              </a:defRPr>
            </a:lvl7pPr>
            <a:lvl8pPr algn="l">
              <a:defRPr sz="1575" b="0">
                <a:solidFill>
                  <a:srgbClr val="171717"/>
                </a:solidFill>
              </a:defRPr>
            </a:lvl8pPr>
            <a:lvl9pPr algn="l">
              <a:defRPr sz="1575" b="0">
                <a:solidFill>
                  <a:srgbClr val="171717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1717"/>
                </a:solidFill>
              </a:defRPr>
            </a:pPr>
            <a:r>
              <a:rPr sz="1575" b="0">
                <a:solidFill>
                  <a:srgbClr val="171717"/>
                </a:solidFill>
              </a:rPr>
              <a:t>Preprocessing fitted inside each pipeline to prevent leakage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270C8D-1DDC-4A18-B3E4-500F1531B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05752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>
                <a:solidFill>
                  <a:srgbClr val="356A8A"/>
                </a:solidFill>
              </a:defRPr>
            </a:defPPr>
            <a:lvl1pPr algn="l">
              <a:defRPr sz="1575" b="1">
                <a:solidFill>
                  <a:srgbClr val="356A8A"/>
                </a:solidFill>
              </a:defRPr>
            </a:lvl1pPr>
            <a:lvl2pPr algn="l">
              <a:defRPr sz="1575" b="1">
                <a:solidFill>
                  <a:srgbClr val="356A8A"/>
                </a:solidFill>
              </a:defRPr>
            </a:lvl2pPr>
            <a:lvl3pPr algn="l">
              <a:defRPr sz="1575" b="1">
                <a:solidFill>
                  <a:srgbClr val="356A8A"/>
                </a:solidFill>
              </a:defRPr>
            </a:lvl3pPr>
            <a:lvl4pPr algn="l">
              <a:defRPr sz="1575" b="1">
                <a:solidFill>
                  <a:srgbClr val="356A8A"/>
                </a:solidFill>
              </a:defRPr>
            </a:lvl4pPr>
            <a:lvl5pPr algn="l">
              <a:defRPr sz="1575" b="1">
                <a:solidFill>
                  <a:srgbClr val="356A8A"/>
                </a:solidFill>
              </a:defRPr>
            </a:lvl5pPr>
            <a:lvl6pPr algn="l">
              <a:defRPr sz="1575" b="1">
                <a:solidFill>
                  <a:srgbClr val="356A8A"/>
                </a:solidFill>
              </a:defRPr>
            </a:lvl6pPr>
            <a:lvl7pPr algn="l">
              <a:defRPr sz="1575" b="1">
                <a:solidFill>
                  <a:srgbClr val="356A8A"/>
                </a:solidFill>
              </a:defRPr>
            </a:lvl7pPr>
            <a:lvl8pPr algn="l">
              <a:defRPr sz="1575" b="1">
                <a:solidFill>
                  <a:srgbClr val="356A8A"/>
                </a:solidFill>
              </a:defRPr>
            </a:lvl8pPr>
            <a:lvl9pPr algn="l">
              <a:defRPr sz="1575" b="1">
                <a:solidFill>
                  <a:srgbClr val="356A8A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356A8A"/>
                </a:solidFill>
              </a:defRPr>
            </a:pPr>
            <a:r>
              <a:rPr sz="1575" b="1">
                <a:solidFill>
                  <a:srgbClr val="356A8A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2936BD-E057-47DF-816A-1A6568F5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057525"/>
            <a:ext cx="6915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0">
                <a:solidFill>
                  <a:srgbClr val="171717"/>
                </a:solidFill>
              </a:defRPr>
            </a:defPPr>
            <a:lvl1pPr algn="l">
              <a:defRPr sz="1575" b="0">
                <a:solidFill>
                  <a:srgbClr val="171717"/>
                </a:solidFill>
              </a:defRPr>
            </a:lvl1pPr>
            <a:lvl2pPr algn="l">
              <a:defRPr sz="1575" b="0">
                <a:solidFill>
                  <a:srgbClr val="171717"/>
                </a:solidFill>
              </a:defRPr>
            </a:lvl2pPr>
            <a:lvl3pPr algn="l">
              <a:defRPr sz="1575" b="0">
                <a:solidFill>
                  <a:srgbClr val="171717"/>
                </a:solidFill>
              </a:defRPr>
            </a:lvl3pPr>
            <a:lvl4pPr algn="l">
              <a:defRPr sz="1575" b="0">
                <a:solidFill>
                  <a:srgbClr val="171717"/>
                </a:solidFill>
              </a:defRPr>
            </a:lvl4pPr>
            <a:lvl5pPr algn="l">
              <a:defRPr sz="1575" b="0">
                <a:solidFill>
                  <a:srgbClr val="171717"/>
                </a:solidFill>
              </a:defRPr>
            </a:lvl5pPr>
            <a:lvl6pPr algn="l">
              <a:defRPr sz="1575" b="0">
                <a:solidFill>
                  <a:srgbClr val="171717"/>
                </a:solidFill>
              </a:defRPr>
            </a:lvl6pPr>
            <a:lvl7pPr algn="l">
              <a:defRPr sz="1575" b="0">
                <a:solidFill>
                  <a:srgbClr val="171717"/>
                </a:solidFill>
              </a:defRPr>
            </a:lvl7pPr>
            <a:lvl8pPr algn="l">
              <a:defRPr sz="1575" b="0">
                <a:solidFill>
                  <a:srgbClr val="171717"/>
                </a:solidFill>
              </a:defRPr>
            </a:lvl8pPr>
            <a:lvl9pPr algn="l">
              <a:defRPr sz="1575" b="0">
                <a:solidFill>
                  <a:srgbClr val="171717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1717"/>
                </a:solidFill>
              </a:defRPr>
            </a:pPr>
            <a:r>
              <a:rPr sz="1575" b="0">
                <a:solidFill>
                  <a:srgbClr val="171717"/>
                </a:solidFill>
              </a:rPr>
              <a:t>Five-fold cross-validation plus held-out accuracy, precision, recall, F1, and ROC-AUC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4D97BC-08FD-44E8-BB40-72A06380C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89572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>
                <a:solidFill>
                  <a:srgbClr val="356A8A"/>
                </a:solidFill>
              </a:defRPr>
            </a:defPPr>
            <a:lvl1pPr algn="l">
              <a:defRPr sz="1575" b="1">
                <a:solidFill>
                  <a:srgbClr val="356A8A"/>
                </a:solidFill>
              </a:defRPr>
            </a:lvl1pPr>
            <a:lvl2pPr algn="l">
              <a:defRPr sz="1575" b="1">
                <a:solidFill>
                  <a:srgbClr val="356A8A"/>
                </a:solidFill>
              </a:defRPr>
            </a:lvl2pPr>
            <a:lvl3pPr algn="l">
              <a:defRPr sz="1575" b="1">
                <a:solidFill>
                  <a:srgbClr val="356A8A"/>
                </a:solidFill>
              </a:defRPr>
            </a:lvl3pPr>
            <a:lvl4pPr algn="l">
              <a:defRPr sz="1575" b="1">
                <a:solidFill>
                  <a:srgbClr val="356A8A"/>
                </a:solidFill>
              </a:defRPr>
            </a:lvl4pPr>
            <a:lvl5pPr algn="l">
              <a:defRPr sz="1575" b="1">
                <a:solidFill>
                  <a:srgbClr val="356A8A"/>
                </a:solidFill>
              </a:defRPr>
            </a:lvl5pPr>
            <a:lvl6pPr algn="l">
              <a:defRPr sz="1575" b="1">
                <a:solidFill>
                  <a:srgbClr val="356A8A"/>
                </a:solidFill>
              </a:defRPr>
            </a:lvl6pPr>
            <a:lvl7pPr algn="l">
              <a:defRPr sz="1575" b="1">
                <a:solidFill>
                  <a:srgbClr val="356A8A"/>
                </a:solidFill>
              </a:defRPr>
            </a:lvl7pPr>
            <a:lvl8pPr algn="l">
              <a:defRPr sz="1575" b="1">
                <a:solidFill>
                  <a:srgbClr val="356A8A"/>
                </a:solidFill>
              </a:defRPr>
            </a:lvl8pPr>
            <a:lvl9pPr algn="l">
              <a:defRPr sz="1575" b="1">
                <a:solidFill>
                  <a:srgbClr val="356A8A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356A8A"/>
                </a:solidFill>
              </a:defRPr>
            </a:pPr>
            <a:r>
              <a:rPr sz="1575" b="1">
                <a:solidFill>
                  <a:srgbClr val="356A8A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4BC155-44A5-4F81-B0F9-AE429B105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895725"/>
            <a:ext cx="6915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0">
                <a:solidFill>
                  <a:srgbClr val="171717"/>
                </a:solidFill>
              </a:defRPr>
            </a:defPPr>
            <a:lvl1pPr algn="l">
              <a:defRPr sz="1575" b="0">
                <a:solidFill>
                  <a:srgbClr val="171717"/>
                </a:solidFill>
              </a:defRPr>
            </a:lvl1pPr>
            <a:lvl2pPr algn="l">
              <a:defRPr sz="1575" b="0">
                <a:solidFill>
                  <a:srgbClr val="171717"/>
                </a:solidFill>
              </a:defRPr>
            </a:lvl2pPr>
            <a:lvl3pPr algn="l">
              <a:defRPr sz="1575" b="0">
                <a:solidFill>
                  <a:srgbClr val="171717"/>
                </a:solidFill>
              </a:defRPr>
            </a:lvl3pPr>
            <a:lvl4pPr algn="l">
              <a:defRPr sz="1575" b="0">
                <a:solidFill>
                  <a:srgbClr val="171717"/>
                </a:solidFill>
              </a:defRPr>
            </a:lvl4pPr>
            <a:lvl5pPr algn="l">
              <a:defRPr sz="1575" b="0">
                <a:solidFill>
                  <a:srgbClr val="171717"/>
                </a:solidFill>
              </a:defRPr>
            </a:lvl5pPr>
            <a:lvl6pPr algn="l">
              <a:defRPr sz="1575" b="0">
                <a:solidFill>
                  <a:srgbClr val="171717"/>
                </a:solidFill>
              </a:defRPr>
            </a:lvl6pPr>
            <a:lvl7pPr algn="l">
              <a:defRPr sz="1575" b="0">
                <a:solidFill>
                  <a:srgbClr val="171717"/>
                </a:solidFill>
              </a:defRPr>
            </a:lvl7pPr>
            <a:lvl8pPr algn="l">
              <a:defRPr sz="1575" b="0">
                <a:solidFill>
                  <a:srgbClr val="171717"/>
                </a:solidFill>
              </a:defRPr>
            </a:lvl8pPr>
            <a:lvl9pPr algn="l">
              <a:defRPr sz="1575" b="0">
                <a:solidFill>
                  <a:srgbClr val="171717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1717"/>
                </a:solidFill>
              </a:defRPr>
            </a:pPr>
            <a:r>
              <a:rPr sz="1575" b="0">
                <a:solidFill>
                  <a:srgbClr val="171717"/>
                </a:solidFill>
              </a:rPr>
              <a:t>The sample is small and cross-sectional, so every result needs cautious interpretation</a:t>
            </a:r>
          </a:p>
        </p:txBody>
      </p:sp>
    </p:spTree>
    <p:extLst>
      <p:ext uri="{BB962C8B-B14F-4D97-AF65-F5344CB8AC3E}">
        <p14:creationId xmlns:p14="http://schemas.microsoft.com/office/powerpoint/2010/main" val="10628649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CEC820-8108-414C-B1B9-CEB7503A0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8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C1B992-C7EF-4AF1-AC1F-80AD7F3BC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400" b="1">
                <a:solidFill>
                  <a:srgbClr val="171717"/>
                </a:solidFill>
              </a:defRPr>
            </a:defPPr>
            <a:lvl1pPr algn="l">
              <a:defRPr sz="2400" b="1">
                <a:solidFill>
                  <a:srgbClr val="171717"/>
                </a:solidFill>
              </a:defRPr>
            </a:lvl1pPr>
            <a:lvl2pPr algn="l">
              <a:defRPr sz="2400" b="1">
                <a:solidFill>
                  <a:srgbClr val="171717"/>
                </a:solidFill>
              </a:defRPr>
            </a:lvl2pPr>
            <a:lvl3pPr algn="l">
              <a:defRPr sz="2400" b="1">
                <a:solidFill>
                  <a:srgbClr val="171717"/>
                </a:solidFill>
              </a:defRPr>
            </a:lvl3pPr>
            <a:lvl4pPr algn="l">
              <a:defRPr sz="2400" b="1">
                <a:solidFill>
                  <a:srgbClr val="171717"/>
                </a:solidFill>
              </a:defRPr>
            </a:lvl4pPr>
            <a:lvl5pPr algn="l">
              <a:defRPr sz="2400" b="1">
                <a:solidFill>
                  <a:srgbClr val="171717"/>
                </a:solidFill>
              </a:defRPr>
            </a:lvl5pPr>
            <a:lvl6pPr algn="l">
              <a:defRPr sz="2400" b="1">
                <a:solidFill>
                  <a:srgbClr val="171717"/>
                </a:solidFill>
              </a:defRPr>
            </a:lvl6pPr>
            <a:lvl7pPr algn="l">
              <a:defRPr sz="2400" b="1">
                <a:solidFill>
                  <a:srgbClr val="171717"/>
                </a:solidFill>
              </a:defRPr>
            </a:lvl7pPr>
            <a:lvl8pPr algn="l">
              <a:defRPr sz="2400" b="1">
                <a:solidFill>
                  <a:srgbClr val="171717"/>
                </a:solidFill>
              </a:defRPr>
            </a:lvl8pPr>
            <a:lvl9pPr algn="l">
              <a:defRPr sz="2400" b="1">
                <a:solidFill>
                  <a:srgbClr val="171717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</a:rPr>
              <a:t>Advanced model comparison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39603E-163F-47D6-9734-29E3B21ED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00" b="0">
                <a:solidFill>
                  <a:srgbClr val="646B70"/>
                </a:solidFill>
              </a:defRPr>
            </a:defPPr>
            <a:lvl1pPr algn="r">
              <a:defRPr sz="900" b="0">
                <a:solidFill>
                  <a:srgbClr val="646B70"/>
                </a:solidFill>
              </a:defRPr>
            </a:lvl1pPr>
            <a:lvl2pPr algn="r">
              <a:defRPr sz="900" b="0">
                <a:solidFill>
                  <a:srgbClr val="646B70"/>
                </a:solidFill>
              </a:defRPr>
            </a:lvl2pPr>
            <a:lvl3pPr algn="r">
              <a:defRPr sz="900" b="0">
                <a:solidFill>
                  <a:srgbClr val="646B70"/>
                </a:solidFill>
              </a:defRPr>
            </a:lvl3pPr>
            <a:lvl4pPr algn="r">
              <a:defRPr sz="900" b="0">
                <a:solidFill>
                  <a:srgbClr val="646B70"/>
                </a:solidFill>
              </a:defRPr>
            </a:lvl4pPr>
            <a:lvl5pPr algn="r">
              <a:defRPr sz="900" b="0">
                <a:solidFill>
                  <a:srgbClr val="646B70"/>
                </a:solidFill>
              </a:defRPr>
            </a:lvl5pPr>
            <a:lvl6pPr algn="r">
              <a:defRPr sz="900" b="0">
                <a:solidFill>
                  <a:srgbClr val="646B70"/>
                </a:solidFill>
              </a:defRPr>
            </a:lvl6pPr>
            <a:lvl7pPr algn="r">
              <a:defRPr sz="900" b="0">
                <a:solidFill>
                  <a:srgbClr val="646B70"/>
                </a:solidFill>
              </a:defRPr>
            </a:lvl7pPr>
            <a:lvl8pPr algn="r">
              <a:defRPr sz="900" b="0">
                <a:solidFill>
                  <a:srgbClr val="646B70"/>
                </a:solidFill>
              </a:defRPr>
            </a:lvl8pPr>
            <a:lvl9pPr algn="r">
              <a:defRPr sz="900" b="0">
                <a:solidFill>
                  <a:srgbClr val="646B70"/>
                </a:solidFill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646B70"/>
                </a:solidFill>
              </a:defRPr>
            </a:pPr>
            <a:r>
              <a:rPr sz="900" b="0">
                <a:solidFill>
                  <a:srgbClr val="646B70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2DAD0C-21AB-4C20-867C-705512D02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573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646B70"/>
                </a:solidFill>
              </a:defRPr>
            </a:defPPr>
            <a:lvl1pPr algn="l">
              <a:defRPr sz="1275" b="0">
                <a:solidFill>
                  <a:srgbClr val="646B70"/>
                </a:solidFill>
              </a:defRPr>
            </a:lvl1pPr>
            <a:lvl2pPr algn="l">
              <a:defRPr sz="1275" b="0">
                <a:solidFill>
                  <a:srgbClr val="646B70"/>
                </a:solidFill>
              </a:defRPr>
            </a:lvl2pPr>
            <a:lvl3pPr algn="l">
              <a:defRPr sz="1275" b="0">
                <a:solidFill>
                  <a:srgbClr val="646B70"/>
                </a:solidFill>
              </a:defRPr>
            </a:lvl3pPr>
            <a:lvl4pPr algn="l">
              <a:defRPr sz="1275" b="0">
                <a:solidFill>
                  <a:srgbClr val="646B70"/>
                </a:solidFill>
              </a:defRPr>
            </a:lvl4pPr>
            <a:lvl5pPr algn="l">
              <a:defRPr sz="1275" b="0">
                <a:solidFill>
                  <a:srgbClr val="646B70"/>
                </a:solidFill>
              </a:defRPr>
            </a:lvl5pPr>
            <a:lvl6pPr algn="l">
              <a:defRPr sz="1275" b="0">
                <a:solidFill>
                  <a:srgbClr val="646B70"/>
                </a:solidFill>
              </a:defRPr>
            </a:lvl6pPr>
            <a:lvl7pPr algn="l">
              <a:defRPr sz="1275" b="0">
                <a:solidFill>
                  <a:srgbClr val="646B70"/>
                </a:solidFill>
              </a:defRPr>
            </a:lvl7pPr>
            <a:lvl8pPr algn="l">
              <a:defRPr sz="1275" b="0">
                <a:solidFill>
                  <a:srgbClr val="646B70"/>
                </a:solidFill>
              </a:defRPr>
            </a:lvl8pPr>
            <a:lvl9pPr algn="l">
              <a:defRPr sz="1275" b="0">
                <a:solidFill>
                  <a:srgbClr val="646B70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46B70"/>
                </a:solidFill>
              </a:defRPr>
            </a:pPr>
            <a:r>
              <a:rPr sz="1275" b="0">
                <a:solidFill>
                  <a:srgbClr val="646B70"/>
                </a:solidFill>
              </a:rPr>
              <a:t>Held-out ROC-AUC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1D555C-FF48-48C1-9397-F2A6BC22B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14500"/>
            <a:ext cx="333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>
                <a:solidFill>
                  <a:srgbClr val="646B70"/>
                </a:solidFill>
              </a:defRPr>
            </a:defPPr>
            <a:lvl1pPr algn="l">
              <a:defRPr sz="1275" b="1">
                <a:solidFill>
                  <a:srgbClr val="646B70"/>
                </a:solidFill>
              </a:defRPr>
            </a:lvl1pPr>
            <a:lvl2pPr algn="l">
              <a:defRPr sz="1275" b="1">
                <a:solidFill>
                  <a:srgbClr val="646B70"/>
                </a:solidFill>
              </a:defRPr>
            </a:lvl2pPr>
            <a:lvl3pPr algn="l">
              <a:defRPr sz="1275" b="1">
                <a:solidFill>
                  <a:srgbClr val="646B70"/>
                </a:solidFill>
              </a:defRPr>
            </a:lvl3pPr>
            <a:lvl4pPr algn="l">
              <a:defRPr sz="1275" b="1">
                <a:solidFill>
                  <a:srgbClr val="646B70"/>
                </a:solidFill>
              </a:defRPr>
            </a:lvl4pPr>
            <a:lvl5pPr algn="l">
              <a:defRPr sz="1275" b="1">
                <a:solidFill>
                  <a:srgbClr val="646B70"/>
                </a:solidFill>
              </a:defRPr>
            </a:lvl5pPr>
            <a:lvl6pPr algn="l">
              <a:defRPr sz="1275" b="1">
                <a:solidFill>
                  <a:srgbClr val="646B70"/>
                </a:solidFill>
              </a:defRPr>
            </a:lvl6pPr>
            <a:lvl7pPr algn="l">
              <a:defRPr sz="1275" b="1">
                <a:solidFill>
                  <a:srgbClr val="646B70"/>
                </a:solidFill>
              </a:defRPr>
            </a:lvl7pPr>
            <a:lvl8pPr algn="l">
              <a:defRPr sz="1275" b="1">
                <a:solidFill>
                  <a:srgbClr val="646B70"/>
                </a:solidFill>
              </a:defRPr>
            </a:lvl8pPr>
            <a:lvl9pPr algn="l">
              <a:defRPr sz="1275" b="1">
                <a:solidFill>
                  <a:srgbClr val="646B70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646B70"/>
                </a:solidFill>
              </a:defRPr>
            </a:pPr>
            <a:r>
              <a:rPr sz="1275" b="1">
                <a:solidFill>
                  <a:srgbClr val="646B70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E75595-442B-4F4E-8334-E9B55EE24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7640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>
                <a:solidFill>
                  <a:srgbClr val="18384C"/>
                </a:solidFill>
              </a:defRPr>
            </a:defPPr>
            <a:lvl1pPr algn="l">
              <a:defRPr sz="1575" b="1">
                <a:solidFill>
                  <a:srgbClr val="18384C"/>
                </a:solidFill>
              </a:defRPr>
            </a:lvl1pPr>
            <a:lvl2pPr algn="l">
              <a:defRPr sz="1575" b="1">
                <a:solidFill>
                  <a:srgbClr val="18384C"/>
                </a:solidFill>
              </a:defRPr>
            </a:lvl2pPr>
            <a:lvl3pPr algn="l">
              <a:defRPr sz="1575" b="1">
                <a:solidFill>
                  <a:srgbClr val="18384C"/>
                </a:solidFill>
              </a:defRPr>
            </a:lvl3pPr>
            <a:lvl4pPr algn="l">
              <a:defRPr sz="1575" b="1">
                <a:solidFill>
                  <a:srgbClr val="18384C"/>
                </a:solidFill>
              </a:defRPr>
            </a:lvl4pPr>
            <a:lvl5pPr algn="l">
              <a:defRPr sz="1575" b="1">
                <a:solidFill>
                  <a:srgbClr val="18384C"/>
                </a:solidFill>
              </a:defRPr>
            </a:lvl5pPr>
            <a:lvl6pPr algn="l">
              <a:defRPr sz="1575" b="1">
                <a:solidFill>
                  <a:srgbClr val="18384C"/>
                </a:solidFill>
              </a:defRPr>
            </a:lvl6pPr>
            <a:lvl7pPr algn="l">
              <a:defRPr sz="1575" b="1">
                <a:solidFill>
                  <a:srgbClr val="18384C"/>
                </a:solidFill>
              </a:defRPr>
            </a:lvl7pPr>
            <a:lvl8pPr algn="l">
              <a:defRPr sz="1575" b="1">
                <a:solidFill>
                  <a:srgbClr val="18384C"/>
                </a:solidFill>
              </a:defRPr>
            </a:lvl8pPr>
            <a:lvl9pPr algn="l">
              <a:defRPr sz="1575" b="1">
                <a:solidFill>
                  <a:srgbClr val="18384C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8384C"/>
                </a:solidFill>
              </a:defRPr>
            </a:pPr>
            <a:r>
              <a:rPr sz="1575" b="1">
                <a:solidFill>
                  <a:srgbClr val="18384C"/>
                </a:solidFill>
              </a:rPr>
              <a:t>Logistic Regression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723E3D-4DAF-4E1A-B104-FF80E4A90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7640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725" b="1">
                <a:solidFill>
                  <a:srgbClr val="287D59"/>
                </a:solidFill>
              </a:defRPr>
            </a:defPPr>
            <a:lvl1pPr algn="r">
              <a:defRPr sz="1725" b="1">
                <a:solidFill>
                  <a:srgbClr val="287D59"/>
                </a:solidFill>
              </a:defRPr>
            </a:lvl1pPr>
            <a:lvl2pPr algn="r">
              <a:defRPr sz="1725" b="1">
                <a:solidFill>
                  <a:srgbClr val="287D59"/>
                </a:solidFill>
              </a:defRPr>
            </a:lvl2pPr>
            <a:lvl3pPr algn="r">
              <a:defRPr sz="1725" b="1">
                <a:solidFill>
                  <a:srgbClr val="287D59"/>
                </a:solidFill>
              </a:defRPr>
            </a:lvl3pPr>
            <a:lvl4pPr algn="r">
              <a:defRPr sz="1725" b="1">
                <a:solidFill>
                  <a:srgbClr val="287D59"/>
                </a:solidFill>
              </a:defRPr>
            </a:lvl4pPr>
            <a:lvl5pPr algn="r">
              <a:defRPr sz="1725" b="1">
                <a:solidFill>
                  <a:srgbClr val="287D59"/>
                </a:solidFill>
              </a:defRPr>
            </a:lvl5pPr>
            <a:lvl6pPr algn="r">
              <a:defRPr sz="1725" b="1">
                <a:solidFill>
                  <a:srgbClr val="287D59"/>
                </a:solidFill>
              </a:defRPr>
            </a:lvl6pPr>
            <a:lvl7pPr algn="r">
              <a:defRPr sz="1725" b="1">
                <a:solidFill>
                  <a:srgbClr val="287D59"/>
                </a:solidFill>
              </a:defRPr>
            </a:lvl7pPr>
            <a:lvl8pPr algn="r">
              <a:defRPr sz="1725" b="1">
                <a:solidFill>
                  <a:srgbClr val="287D59"/>
                </a:solidFill>
              </a:defRPr>
            </a:lvl8pPr>
            <a:lvl9pPr algn="r">
              <a:defRPr sz="1725" b="1">
                <a:solidFill>
                  <a:srgbClr val="287D59"/>
                </a:solidFill>
              </a:defRPr>
            </a:lvl9pPr>
          </a:lstStyle>
          <a:p xmlns:a="http://schemas.openxmlformats.org/drawingml/2006/main">
            <a:pPr algn="r">
              <a:defRPr sz="1725" b="1">
                <a:solidFill>
                  <a:srgbClr val="287D59"/>
                </a:solidFill>
              </a:defRPr>
            </a:pPr>
            <a:r>
              <a:rPr sz="1725" b="1">
                <a:solidFill>
                  <a:srgbClr val="287D59"/>
                </a:solidFill>
              </a:rPr>
              <a:t>0.812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5E228B-B4D9-4A9A-B04C-F4B0AECF6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333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>
                <a:solidFill>
                  <a:srgbClr val="646B70"/>
                </a:solidFill>
              </a:defRPr>
            </a:defPPr>
            <a:lvl1pPr algn="l">
              <a:defRPr sz="1275" b="1">
                <a:solidFill>
                  <a:srgbClr val="646B70"/>
                </a:solidFill>
              </a:defRPr>
            </a:lvl1pPr>
            <a:lvl2pPr algn="l">
              <a:defRPr sz="1275" b="1">
                <a:solidFill>
                  <a:srgbClr val="646B70"/>
                </a:solidFill>
              </a:defRPr>
            </a:lvl2pPr>
            <a:lvl3pPr algn="l">
              <a:defRPr sz="1275" b="1">
                <a:solidFill>
                  <a:srgbClr val="646B70"/>
                </a:solidFill>
              </a:defRPr>
            </a:lvl3pPr>
            <a:lvl4pPr algn="l">
              <a:defRPr sz="1275" b="1">
                <a:solidFill>
                  <a:srgbClr val="646B70"/>
                </a:solidFill>
              </a:defRPr>
            </a:lvl4pPr>
            <a:lvl5pPr algn="l">
              <a:defRPr sz="1275" b="1">
                <a:solidFill>
                  <a:srgbClr val="646B70"/>
                </a:solidFill>
              </a:defRPr>
            </a:lvl5pPr>
            <a:lvl6pPr algn="l">
              <a:defRPr sz="1275" b="1">
                <a:solidFill>
                  <a:srgbClr val="646B70"/>
                </a:solidFill>
              </a:defRPr>
            </a:lvl6pPr>
            <a:lvl7pPr algn="l">
              <a:defRPr sz="1275" b="1">
                <a:solidFill>
                  <a:srgbClr val="646B70"/>
                </a:solidFill>
              </a:defRPr>
            </a:lvl7pPr>
            <a:lvl8pPr algn="l">
              <a:defRPr sz="1275" b="1">
                <a:solidFill>
                  <a:srgbClr val="646B70"/>
                </a:solidFill>
              </a:defRPr>
            </a:lvl8pPr>
            <a:lvl9pPr algn="l">
              <a:defRPr sz="1275" b="1">
                <a:solidFill>
                  <a:srgbClr val="646B70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646B70"/>
                </a:solidFill>
              </a:defRPr>
            </a:pPr>
            <a:r>
              <a:rPr sz="1275" b="1">
                <a:solidFill>
                  <a:srgbClr val="646B70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D243E1-A87B-4F41-B3E2-4BC91D10D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2410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0">
                <a:solidFill>
                  <a:srgbClr val="171717"/>
                </a:solidFill>
              </a:defRPr>
            </a:defPPr>
            <a:lvl1pPr algn="l">
              <a:defRPr sz="1575" b="0">
                <a:solidFill>
                  <a:srgbClr val="171717"/>
                </a:solidFill>
              </a:defRPr>
            </a:lvl1pPr>
            <a:lvl2pPr algn="l">
              <a:defRPr sz="1575" b="0">
                <a:solidFill>
                  <a:srgbClr val="171717"/>
                </a:solidFill>
              </a:defRPr>
            </a:lvl2pPr>
            <a:lvl3pPr algn="l">
              <a:defRPr sz="1575" b="0">
                <a:solidFill>
                  <a:srgbClr val="171717"/>
                </a:solidFill>
              </a:defRPr>
            </a:lvl3pPr>
            <a:lvl4pPr algn="l">
              <a:defRPr sz="1575" b="0">
                <a:solidFill>
                  <a:srgbClr val="171717"/>
                </a:solidFill>
              </a:defRPr>
            </a:lvl4pPr>
            <a:lvl5pPr algn="l">
              <a:defRPr sz="1575" b="0">
                <a:solidFill>
                  <a:srgbClr val="171717"/>
                </a:solidFill>
              </a:defRPr>
            </a:lvl5pPr>
            <a:lvl6pPr algn="l">
              <a:defRPr sz="1575" b="0">
                <a:solidFill>
                  <a:srgbClr val="171717"/>
                </a:solidFill>
              </a:defRPr>
            </a:lvl6pPr>
            <a:lvl7pPr algn="l">
              <a:defRPr sz="1575" b="0">
                <a:solidFill>
                  <a:srgbClr val="171717"/>
                </a:solidFill>
              </a:defRPr>
            </a:lvl7pPr>
            <a:lvl8pPr algn="l">
              <a:defRPr sz="1575" b="0">
                <a:solidFill>
                  <a:srgbClr val="171717"/>
                </a:solidFill>
              </a:defRPr>
            </a:lvl8pPr>
            <a:lvl9pPr algn="l">
              <a:defRPr sz="1575" b="0">
                <a:solidFill>
                  <a:srgbClr val="171717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1717"/>
                </a:solidFill>
              </a:defRPr>
            </a:pPr>
            <a:r>
              <a:rPr sz="1575" b="0">
                <a:solidFill>
                  <a:srgbClr val="171717"/>
                </a:solidFill>
              </a:rPr>
              <a:t>Linear Discriminant Analysis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76FBF2-2671-445A-81CD-41E91BBBF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2410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725" b="1">
                <a:solidFill>
                  <a:srgbClr val="356A8A"/>
                </a:solidFill>
              </a:defRPr>
            </a:defPPr>
            <a:lvl1pPr algn="r">
              <a:defRPr sz="1725" b="1">
                <a:solidFill>
                  <a:srgbClr val="356A8A"/>
                </a:solidFill>
              </a:defRPr>
            </a:lvl1pPr>
            <a:lvl2pPr algn="r">
              <a:defRPr sz="1725" b="1">
                <a:solidFill>
                  <a:srgbClr val="356A8A"/>
                </a:solidFill>
              </a:defRPr>
            </a:lvl2pPr>
            <a:lvl3pPr algn="r">
              <a:defRPr sz="1725" b="1">
                <a:solidFill>
                  <a:srgbClr val="356A8A"/>
                </a:solidFill>
              </a:defRPr>
            </a:lvl3pPr>
            <a:lvl4pPr algn="r">
              <a:defRPr sz="1725" b="1">
                <a:solidFill>
                  <a:srgbClr val="356A8A"/>
                </a:solidFill>
              </a:defRPr>
            </a:lvl4pPr>
            <a:lvl5pPr algn="r">
              <a:defRPr sz="1725" b="1">
                <a:solidFill>
                  <a:srgbClr val="356A8A"/>
                </a:solidFill>
              </a:defRPr>
            </a:lvl5pPr>
            <a:lvl6pPr algn="r">
              <a:defRPr sz="1725" b="1">
                <a:solidFill>
                  <a:srgbClr val="356A8A"/>
                </a:solidFill>
              </a:defRPr>
            </a:lvl6pPr>
            <a:lvl7pPr algn="r">
              <a:defRPr sz="1725" b="1">
                <a:solidFill>
                  <a:srgbClr val="356A8A"/>
                </a:solidFill>
              </a:defRPr>
            </a:lvl7pPr>
            <a:lvl8pPr algn="r">
              <a:defRPr sz="1725" b="1">
                <a:solidFill>
                  <a:srgbClr val="356A8A"/>
                </a:solidFill>
              </a:defRPr>
            </a:lvl8pPr>
            <a:lvl9pPr algn="r">
              <a:defRPr sz="1725" b="1">
                <a:solidFill>
                  <a:srgbClr val="356A8A"/>
                </a:solidFill>
              </a:defRPr>
            </a:lvl9pPr>
          </a:lstStyle>
          <a:p xmlns:a="http://schemas.openxmlformats.org/drawingml/2006/main">
            <a:pPr algn="r">
              <a:defRPr sz="1725" b="1">
                <a:solidFill>
                  <a:srgbClr val="356A8A"/>
                </a:solidFill>
              </a:defRPr>
            </a:pPr>
            <a:r>
              <a:rPr sz="1725" b="1">
                <a:solidFill>
                  <a:srgbClr val="356A8A"/>
                </a:solidFill>
              </a:rPr>
              <a:t>0.802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8E0037-0767-458A-9F0B-7B0DDE113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09900"/>
            <a:ext cx="333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>
                <a:solidFill>
                  <a:srgbClr val="646B70"/>
                </a:solidFill>
              </a:defRPr>
            </a:defPPr>
            <a:lvl1pPr algn="l">
              <a:defRPr sz="1275" b="1">
                <a:solidFill>
                  <a:srgbClr val="646B70"/>
                </a:solidFill>
              </a:defRPr>
            </a:lvl1pPr>
            <a:lvl2pPr algn="l">
              <a:defRPr sz="1275" b="1">
                <a:solidFill>
                  <a:srgbClr val="646B70"/>
                </a:solidFill>
              </a:defRPr>
            </a:lvl2pPr>
            <a:lvl3pPr algn="l">
              <a:defRPr sz="1275" b="1">
                <a:solidFill>
                  <a:srgbClr val="646B70"/>
                </a:solidFill>
              </a:defRPr>
            </a:lvl3pPr>
            <a:lvl4pPr algn="l">
              <a:defRPr sz="1275" b="1">
                <a:solidFill>
                  <a:srgbClr val="646B70"/>
                </a:solidFill>
              </a:defRPr>
            </a:lvl4pPr>
            <a:lvl5pPr algn="l">
              <a:defRPr sz="1275" b="1">
                <a:solidFill>
                  <a:srgbClr val="646B70"/>
                </a:solidFill>
              </a:defRPr>
            </a:lvl5pPr>
            <a:lvl6pPr algn="l">
              <a:defRPr sz="1275" b="1">
                <a:solidFill>
                  <a:srgbClr val="646B70"/>
                </a:solidFill>
              </a:defRPr>
            </a:lvl6pPr>
            <a:lvl7pPr algn="l">
              <a:defRPr sz="1275" b="1">
                <a:solidFill>
                  <a:srgbClr val="646B70"/>
                </a:solidFill>
              </a:defRPr>
            </a:lvl7pPr>
            <a:lvl8pPr algn="l">
              <a:defRPr sz="1275" b="1">
                <a:solidFill>
                  <a:srgbClr val="646B70"/>
                </a:solidFill>
              </a:defRPr>
            </a:lvl8pPr>
            <a:lvl9pPr algn="l">
              <a:defRPr sz="1275" b="1">
                <a:solidFill>
                  <a:srgbClr val="646B70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646B70"/>
                </a:solidFill>
              </a:defRPr>
            </a:pPr>
            <a:r>
              <a:rPr sz="1275" b="1">
                <a:solidFill>
                  <a:srgbClr val="646B70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0DCF0A-8113-4C8C-B05C-AE9519BF4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7180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0">
                <a:solidFill>
                  <a:srgbClr val="171717"/>
                </a:solidFill>
              </a:defRPr>
            </a:defPPr>
            <a:lvl1pPr algn="l">
              <a:defRPr sz="1575" b="0">
                <a:solidFill>
                  <a:srgbClr val="171717"/>
                </a:solidFill>
              </a:defRPr>
            </a:lvl1pPr>
            <a:lvl2pPr algn="l">
              <a:defRPr sz="1575" b="0">
                <a:solidFill>
                  <a:srgbClr val="171717"/>
                </a:solidFill>
              </a:defRPr>
            </a:lvl2pPr>
            <a:lvl3pPr algn="l">
              <a:defRPr sz="1575" b="0">
                <a:solidFill>
                  <a:srgbClr val="171717"/>
                </a:solidFill>
              </a:defRPr>
            </a:lvl3pPr>
            <a:lvl4pPr algn="l">
              <a:defRPr sz="1575" b="0">
                <a:solidFill>
                  <a:srgbClr val="171717"/>
                </a:solidFill>
              </a:defRPr>
            </a:lvl4pPr>
            <a:lvl5pPr algn="l">
              <a:defRPr sz="1575" b="0">
                <a:solidFill>
                  <a:srgbClr val="171717"/>
                </a:solidFill>
              </a:defRPr>
            </a:lvl5pPr>
            <a:lvl6pPr algn="l">
              <a:defRPr sz="1575" b="0">
                <a:solidFill>
                  <a:srgbClr val="171717"/>
                </a:solidFill>
              </a:defRPr>
            </a:lvl6pPr>
            <a:lvl7pPr algn="l">
              <a:defRPr sz="1575" b="0">
                <a:solidFill>
                  <a:srgbClr val="171717"/>
                </a:solidFill>
              </a:defRPr>
            </a:lvl7pPr>
            <a:lvl8pPr algn="l">
              <a:defRPr sz="1575" b="0">
                <a:solidFill>
                  <a:srgbClr val="171717"/>
                </a:solidFill>
              </a:defRPr>
            </a:lvl8pPr>
            <a:lvl9pPr algn="l">
              <a:defRPr sz="1575" b="0">
                <a:solidFill>
                  <a:srgbClr val="171717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1717"/>
                </a:solidFill>
              </a:defRPr>
            </a:pPr>
            <a:r>
              <a:rPr sz="1575" b="0">
                <a:solidFill>
                  <a:srgbClr val="171717"/>
                </a:solidFill>
              </a:rPr>
              <a:t>Random Forest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3D037B-B35F-488E-A017-FDFAB33D5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7180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725" b="1">
                <a:solidFill>
                  <a:srgbClr val="356A8A"/>
                </a:solidFill>
              </a:defRPr>
            </a:defPPr>
            <a:lvl1pPr algn="r">
              <a:defRPr sz="1725" b="1">
                <a:solidFill>
                  <a:srgbClr val="356A8A"/>
                </a:solidFill>
              </a:defRPr>
            </a:lvl1pPr>
            <a:lvl2pPr algn="r">
              <a:defRPr sz="1725" b="1">
                <a:solidFill>
                  <a:srgbClr val="356A8A"/>
                </a:solidFill>
              </a:defRPr>
            </a:lvl2pPr>
            <a:lvl3pPr algn="r">
              <a:defRPr sz="1725" b="1">
                <a:solidFill>
                  <a:srgbClr val="356A8A"/>
                </a:solidFill>
              </a:defRPr>
            </a:lvl3pPr>
            <a:lvl4pPr algn="r">
              <a:defRPr sz="1725" b="1">
                <a:solidFill>
                  <a:srgbClr val="356A8A"/>
                </a:solidFill>
              </a:defRPr>
            </a:lvl4pPr>
            <a:lvl5pPr algn="r">
              <a:defRPr sz="1725" b="1">
                <a:solidFill>
                  <a:srgbClr val="356A8A"/>
                </a:solidFill>
              </a:defRPr>
            </a:lvl5pPr>
            <a:lvl6pPr algn="r">
              <a:defRPr sz="1725" b="1">
                <a:solidFill>
                  <a:srgbClr val="356A8A"/>
                </a:solidFill>
              </a:defRPr>
            </a:lvl6pPr>
            <a:lvl7pPr algn="r">
              <a:defRPr sz="1725" b="1">
                <a:solidFill>
                  <a:srgbClr val="356A8A"/>
                </a:solidFill>
              </a:defRPr>
            </a:lvl7pPr>
            <a:lvl8pPr algn="r">
              <a:defRPr sz="1725" b="1">
                <a:solidFill>
                  <a:srgbClr val="356A8A"/>
                </a:solidFill>
              </a:defRPr>
            </a:lvl8pPr>
            <a:lvl9pPr algn="r">
              <a:defRPr sz="1725" b="1">
                <a:solidFill>
                  <a:srgbClr val="356A8A"/>
                </a:solidFill>
              </a:defRPr>
            </a:lvl9pPr>
          </a:lstStyle>
          <a:p xmlns:a="http://schemas.openxmlformats.org/drawingml/2006/main">
            <a:pPr algn="r">
              <a:defRPr sz="1725" b="1">
                <a:solidFill>
                  <a:srgbClr val="356A8A"/>
                </a:solidFill>
              </a:defRPr>
            </a:pPr>
            <a:r>
              <a:rPr sz="1725" b="1">
                <a:solidFill>
                  <a:srgbClr val="356A8A"/>
                </a:solidFill>
              </a:rPr>
              <a:t>0.800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64CF24-B527-4002-8DC7-97FAB40AC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57600"/>
            <a:ext cx="333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>
                <a:solidFill>
                  <a:srgbClr val="646B70"/>
                </a:solidFill>
              </a:defRPr>
            </a:defPPr>
            <a:lvl1pPr algn="l">
              <a:defRPr sz="1275" b="1">
                <a:solidFill>
                  <a:srgbClr val="646B70"/>
                </a:solidFill>
              </a:defRPr>
            </a:lvl1pPr>
            <a:lvl2pPr algn="l">
              <a:defRPr sz="1275" b="1">
                <a:solidFill>
                  <a:srgbClr val="646B70"/>
                </a:solidFill>
              </a:defRPr>
            </a:lvl2pPr>
            <a:lvl3pPr algn="l">
              <a:defRPr sz="1275" b="1">
                <a:solidFill>
                  <a:srgbClr val="646B70"/>
                </a:solidFill>
              </a:defRPr>
            </a:lvl3pPr>
            <a:lvl4pPr algn="l">
              <a:defRPr sz="1275" b="1">
                <a:solidFill>
                  <a:srgbClr val="646B70"/>
                </a:solidFill>
              </a:defRPr>
            </a:lvl4pPr>
            <a:lvl5pPr algn="l">
              <a:defRPr sz="1275" b="1">
                <a:solidFill>
                  <a:srgbClr val="646B70"/>
                </a:solidFill>
              </a:defRPr>
            </a:lvl5pPr>
            <a:lvl6pPr algn="l">
              <a:defRPr sz="1275" b="1">
                <a:solidFill>
                  <a:srgbClr val="646B70"/>
                </a:solidFill>
              </a:defRPr>
            </a:lvl6pPr>
            <a:lvl7pPr algn="l">
              <a:defRPr sz="1275" b="1">
                <a:solidFill>
                  <a:srgbClr val="646B70"/>
                </a:solidFill>
              </a:defRPr>
            </a:lvl7pPr>
            <a:lvl8pPr algn="l">
              <a:defRPr sz="1275" b="1">
                <a:solidFill>
                  <a:srgbClr val="646B70"/>
                </a:solidFill>
              </a:defRPr>
            </a:lvl8pPr>
            <a:lvl9pPr algn="l">
              <a:defRPr sz="1275" b="1">
                <a:solidFill>
                  <a:srgbClr val="646B70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646B70"/>
                </a:solidFill>
              </a:defRPr>
            </a:pPr>
            <a:r>
              <a:rPr sz="1275" b="1">
                <a:solidFill>
                  <a:srgbClr val="646B70"/>
                </a:solidFill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07403F-96BC-4F9F-B46F-C700D578A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0">
                <a:solidFill>
                  <a:srgbClr val="171717"/>
                </a:solidFill>
              </a:defRPr>
            </a:defPPr>
            <a:lvl1pPr algn="l">
              <a:defRPr sz="1575" b="0">
                <a:solidFill>
                  <a:srgbClr val="171717"/>
                </a:solidFill>
              </a:defRPr>
            </a:lvl1pPr>
            <a:lvl2pPr algn="l">
              <a:defRPr sz="1575" b="0">
                <a:solidFill>
                  <a:srgbClr val="171717"/>
                </a:solidFill>
              </a:defRPr>
            </a:lvl2pPr>
            <a:lvl3pPr algn="l">
              <a:defRPr sz="1575" b="0">
                <a:solidFill>
                  <a:srgbClr val="171717"/>
                </a:solidFill>
              </a:defRPr>
            </a:lvl3pPr>
            <a:lvl4pPr algn="l">
              <a:defRPr sz="1575" b="0">
                <a:solidFill>
                  <a:srgbClr val="171717"/>
                </a:solidFill>
              </a:defRPr>
            </a:lvl4pPr>
            <a:lvl5pPr algn="l">
              <a:defRPr sz="1575" b="0">
                <a:solidFill>
                  <a:srgbClr val="171717"/>
                </a:solidFill>
              </a:defRPr>
            </a:lvl5pPr>
            <a:lvl6pPr algn="l">
              <a:defRPr sz="1575" b="0">
                <a:solidFill>
                  <a:srgbClr val="171717"/>
                </a:solidFill>
              </a:defRPr>
            </a:lvl6pPr>
            <a:lvl7pPr algn="l">
              <a:defRPr sz="1575" b="0">
                <a:solidFill>
                  <a:srgbClr val="171717"/>
                </a:solidFill>
              </a:defRPr>
            </a:lvl7pPr>
            <a:lvl8pPr algn="l">
              <a:defRPr sz="1575" b="0">
                <a:solidFill>
                  <a:srgbClr val="171717"/>
                </a:solidFill>
              </a:defRPr>
            </a:lvl8pPr>
            <a:lvl9pPr algn="l">
              <a:defRPr sz="1575" b="0">
                <a:solidFill>
                  <a:srgbClr val="171717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1717"/>
                </a:solidFill>
              </a:defRPr>
            </a:pPr>
            <a:r>
              <a:rPr sz="1575" b="0">
                <a:solidFill>
                  <a:srgbClr val="171717"/>
                </a:solidFill>
              </a:rPr>
              <a:t>Neural Network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DC9B83-3E43-455B-AD34-789CBBB3E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61950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725" b="1">
                <a:solidFill>
                  <a:srgbClr val="356A8A"/>
                </a:solidFill>
              </a:defRPr>
            </a:defPPr>
            <a:lvl1pPr algn="r">
              <a:defRPr sz="1725" b="1">
                <a:solidFill>
                  <a:srgbClr val="356A8A"/>
                </a:solidFill>
              </a:defRPr>
            </a:lvl1pPr>
            <a:lvl2pPr algn="r">
              <a:defRPr sz="1725" b="1">
                <a:solidFill>
                  <a:srgbClr val="356A8A"/>
                </a:solidFill>
              </a:defRPr>
            </a:lvl2pPr>
            <a:lvl3pPr algn="r">
              <a:defRPr sz="1725" b="1">
                <a:solidFill>
                  <a:srgbClr val="356A8A"/>
                </a:solidFill>
              </a:defRPr>
            </a:lvl3pPr>
            <a:lvl4pPr algn="r">
              <a:defRPr sz="1725" b="1">
                <a:solidFill>
                  <a:srgbClr val="356A8A"/>
                </a:solidFill>
              </a:defRPr>
            </a:lvl4pPr>
            <a:lvl5pPr algn="r">
              <a:defRPr sz="1725" b="1">
                <a:solidFill>
                  <a:srgbClr val="356A8A"/>
                </a:solidFill>
              </a:defRPr>
            </a:lvl5pPr>
            <a:lvl6pPr algn="r">
              <a:defRPr sz="1725" b="1">
                <a:solidFill>
                  <a:srgbClr val="356A8A"/>
                </a:solidFill>
              </a:defRPr>
            </a:lvl6pPr>
            <a:lvl7pPr algn="r">
              <a:defRPr sz="1725" b="1">
                <a:solidFill>
                  <a:srgbClr val="356A8A"/>
                </a:solidFill>
              </a:defRPr>
            </a:lvl7pPr>
            <a:lvl8pPr algn="r">
              <a:defRPr sz="1725" b="1">
                <a:solidFill>
                  <a:srgbClr val="356A8A"/>
                </a:solidFill>
              </a:defRPr>
            </a:lvl8pPr>
            <a:lvl9pPr algn="r">
              <a:defRPr sz="1725" b="1">
                <a:solidFill>
                  <a:srgbClr val="356A8A"/>
                </a:solidFill>
              </a:defRPr>
            </a:lvl9pPr>
          </a:lstStyle>
          <a:p xmlns:a="http://schemas.openxmlformats.org/drawingml/2006/main">
            <a:pPr algn="r">
              <a:defRPr sz="1725" b="1">
                <a:solidFill>
                  <a:srgbClr val="356A8A"/>
                </a:solidFill>
              </a:defRPr>
            </a:pPr>
            <a:r>
              <a:rPr sz="1725" b="1">
                <a:solidFill>
                  <a:srgbClr val="356A8A"/>
                </a:solidFill>
              </a:rPr>
              <a:t>0.782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45FA5F-5B3D-4509-8563-944BD7B60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05300"/>
            <a:ext cx="333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>
                <a:solidFill>
                  <a:srgbClr val="646B70"/>
                </a:solidFill>
              </a:defRPr>
            </a:defPPr>
            <a:lvl1pPr algn="l">
              <a:defRPr sz="1275" b="1">
                <a:solidFill>
                  <a:srgbClr val="646B70"/>
                </a:solidFill>
              </a:defRPr>
            </a:lvl1pPr>
            <a:lvl2pPr algn="l">
              <a:defRPr sz="1275" b="1">
                <a:solidFill>
                  <a:srgbClr val="646B70"/>
                </a:solidFill>
              </a:defRPr>
            </a:lvl2pPr>
            <a:lvl3pPr algn="l">
              <a:defRPr sz="1275" b="1">
                <a:solidFill>
                  <a:srgbClr val="646B70"/>
                </a:solidFill>
              </a:defRPr>
            </a:lvl3pPr>
            <a:lvl4pPr algn="l">
              <a:defRPr sz="1275" b="1">
                <a:solidFill>
                  <a:srgbClr val="646B70"/>
                </a:solidFill>
              </a:defRPr>
            </a:lvl4pPr>
            <a:lvl5pPr algn="l">
              <a:defRPr sz="1275" b="1">
                <a:solidFill>
                  <a:srgbClr val="646B70"/>
                </a:solidFill>
              </a:defRPr>
            </a:lvl5pPr>
            <a:lvl6pPr algn="l">
              <a:defRPr sz="1275" b="1">
                <a:solidFill>
                  <a:srgbClr val="646B70"/>
                </a:solidFill>
              </a:defRPr>
            </a:lvl6pPr>
            <a:lvl7pPr algn="l">
              <a:defRPr sz="1275" b="1">
                <a:solidFill>
                  <a:srgbClr val="646B70"/>
                </a:solidFill>
              </a:defRPr>
            </a:lvl7pPr>
            <a:lvl8pPr algn="l">
              <a:defRPr sz="1275" b="1">
                <a:solidFill>
                  <a:srgbClr val="646B70"/>
                </a:solidFill>
              </a:defRPr>
            </a:lvl8pPr>
            <a:lvl9pPr algn="l">
              <a:defRPr sz="1275" b="1">
                <a:solidFill>
                  <a:srgbClr val="646B70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646B70"/>
                </a:solidFill>
              </a:defRPr>
            </a:pPr>
            <a:r>
              <a:rPr sz="1275" b="1">
                <a:solidFill>
                  <a:srgbClr val="646B70"/>
                </a:solidFill>
              </a:rPr>
              <a:t>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F925B7-0F50-4861-8492-5119C8ECE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6720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0">
                <a:solidFill>
                  <a:srgbClr val="171717"/>
                </a:solidFill>
              </a:defRPr>
            </a:defPPr>
            <a:lvl1pPr algn="l">
              <a:defRPr sz="1575" b="0">
                <a:solidFill>
                  <a:srgbClr val="171717"/>
                </a:solidFill>
              </a:defRPr>
            </a:lvl1pPr>
            <a:lvl2pPr algn="l">
              <a:defRPr sz="1575" b="0">
                <a:solidFill>
                  <a:srgbClr val="171717"/>
                </a:solidFill>
              </a:defRPr>
            </a:lvl2pPr>
            <a:lvl3pPr algn="l">
              <a:defRPr sz="1575" b="0">
                <a:solidFill>
                  <a:srgbClr val="171717"/>
                </a:solidFill>
              </a:defRPr>
            </a:lvl3pPr>
            <a:lvl4pPr algn="l">
              <a:defRPr sz="1575" b="0">
                <a:solidFill>
                  <a:srgbClr val="171717"/>
                </a:solidFill>
              </a:defRPr>
            </a:lvl4pPr>
            <a:lvl5pPr algn="l">
              <a:defRPr sz="1575" b="0">
                <a:solidFill>
                  <a:srgbClr val="171717"/>
                </a:solidFill>
              </a:defRPr>
            </a:lvl5pPr>
            <a:lvl6pPr algn="l">
              <a:defRPr sz="1575" b="0">
                <a:solidFill>
                  <a:srgbClr val="171717"/>
                </a:solidFill>
              </a:defRPr>
            </a:lvl6pPr>
            <a:lvl7pPr algn="l">
              <a:defRPr sz="1575" b="0">
                <a:solidFill>
                  <a:srgbClr val="171717"/>
                </a:solidFill>
              </a:defRPr>
            </a:lvl7pPr>
            <a:lvl8pPr algn="l">
              <a:defRPr sz="1575" b="0">
                <a:solidFill>
                  <a:srgbClr val="171717"/>
                </a:solidFill>
              </a:defRPr>
            </a:lvl8pPr>
            <a:lvl9pPr algn="l">
              <a:defRPr sz="1575" b="0">
                <a:solidFill>
                  <a:srgbClr val="171717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1717"/>
                </a:solidFill>
              </a:defRPr>
            </a:pPr>
            <a:r>
              <a:rPr sz="1575" b="0">
                <a:solidFill>
                  <a:srgbClr val="171717"/>
                </a:solidFill>
              </a:rPr>
              <a:t>Quadratic Discriminant Analysis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D532B5-DB64-440D-99FD-CFE9E3480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26720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725" b="1">
                <a:solidFill>
                  <a:srgbClr val="356A8A"/>
                </a:solidFill>
              </a:defRPr>
            </a:defPPr>
            <a:lvl1pPr algn="r">
              <a:defRPr sz="1725" b="1">
                <a:solidFill>
                  <a:srgbClr val="356A8A"/>
                </a:solidFill>
              </a:defRPr>
            </a:lvl1pPr>
            <a:lvl2pPr algn="r">
              <a:defRPr sz="1725" b="1">
                <a:solidFill>
                  <a:srgbClr val="356A8A"/>
                </a:solidFill>
              </a:defRPr>
            </a:lvl2pPr>
            <a:lvl3pPr algn="r">
              <a:defRPr sz="1725" b="1">
                <a:solidFill>
                  <a:srgbClr val="356A8A"/>
                </a:solidFill>
              </a:defRPr>
            </a:lvl3pPr>
            <a:lvl4pPr algn="r">
              <a:defRPr sz="1725" b="1">
                <a:solidFill>
                  <a:srgbClr val="356A8A"/>
                </a:solidFill>
              </a:defRPr>
            </a:lvl4pPr>
            <a:lvl5pPr algn="r">
              <a:defRPr sz="1725" b="1">
                <a:solidFill>
                  <a:srgbClr val="356A8A"/>
                </a:solidFill>
              </a:defRPr>
            </a:lvl5pPr>
            <a:lvl6pPr algn="r">
              <a:defRPr sz="1725" b="1">
                <a:solidFill>
                  <a:srgbClr val="356A8A"/>
                </a:solidFill>
              </a:defRPr>
            </a:lvl6pPr>
            <a:lvl7pPr algn="r">
              <a:defRPr sz="1725" b="1">
                <a:solidFill>
                  <a:srgbClr val="356A8A"/>
                </a:solidFill>
              </a:defRPr>
            </a:lvl7pPr>
            <a:lvl8pPr algn="r">
              <a:defRPr sz="1725" b="1">
                <a:solidFill>
                  <a:srgbClr val="356A8A"/>
                </a:solidFill>
              </a:defRPr>
            </a:lvl8pPr>
            <a:lvl9pPr algn="r">
              <a:defRPr sz="1725" b="1">
                <a:solidFill>
                  <a:srgbClr val="356A8A"/>
                </a:solidFill>
              </a:defRPr>
            </a:lvl9pPr>
          </a:lstStyle>
          <a:p xmlns:a="http://schemas.openxmlformats.org/drawingml/2006/main">
            <a:pPr algn="r">
              <a:defRPr sz="1725" b="1">
                <a:solidFill>
                  <a:srgbClr val="356A8A"/>
                </a:solidFill>
              </a:defRPr>
            </a:pPr>
            <a:r>
              <a:rPr sz="1725" b="1">
                <a:solidFill>
                  <a:srgbClr val="356A8A"/>
                </a:solidFill>
              </a:rPr>
              <a:t>0.740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25BB2E-A011-436B-9C27-517790112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0"/>
            <a:ext cx="333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>
                <a:solidFill>
                  <a:srgbClr val="646B70"/>
                </a:solidFill>
              </a:defRPr>
            </a:defPPr>
            <a:lvl1pPr algn="l">
              <a:defRPr sz="1275" b="1">
                <a:solidFill>
                  <a:srgbClr val="646B70"/>
                </a:solidFill>
              </a:defRPr>
            </a:lvl1pPr>
            <a:lvl2pPr algn="l">
              <a:defRPr sz="1275" b="1">
                <a:solidFill>
                  <a:srgbClr val="646B70"/>
                </a:solidFill>
              </a:defRPr>
            </a:lvl2pPr>
            <a:lvl3pPr algn="l">
              <a:defRPr sz="1275" b="1">
                <a:solidFill>
                  <a:srgbClr val="646B70"/>
                </a:solidFill>
              </a:defRPr>
            </a:lvl3pPr>
            <a:lvl4pPr algn="l">
              <a:defRPr sz="1275" b="1">
                <a:solidFill>
                  <a:srgbClr val="646B70"/>
                </a:solidFill>
              </a:defRPr>
            </a:lvl4pPr>
            <a:lvl5pPr algn="l">
              <a:defRPr sz="1275" b="1">
                <a:solidFill>
                  <a:srgbClr val="646B70"/>
                </a:solidFill>
              </a:defRPr>
            </a:lvl5pPr>
            <a:lvl6pPr algn="l">
              <a:defRPr sz="1275" b="1">
                <a:solidFill>
                  <a:srgbClr val="646B70"/>
                </a:solidFill>
              </a:defRPr>
            </a:lvl6pPr>
            <a:lvl7pPr algn="l">
              <a:defRPr sz="1275" b="1">
                <a:solidFill>
                  <a:srgbClr val="646B70"/>
                </a:solidFill>
              </a:defRPr>
            </a:lvl7pPr>
            <a:lvl8pPr algn="l">
              <a:defRPr sz="1275" b="1">
                <a:solidFill>
                  <a:srgbClr val="646B70"/>
                </a:solidFill>
              </a:defRPr>
            </a:lvl8pPr>
            <a:lvl9pPr algn="l">
              <a:defRPr sz="1275" b="1">
                <a:solidFill>
                  <a:srgbClr val="646B70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646B70"/>
                </a:solidFill>
              </a:defRPr>
            </a:pPr>
            <a:r>
              <a:rPr sz="1275" b="1">
                <a:solidFill>
                  <a:srgbClr val="646B70"/>
                </a:solidFill>
              </a:rPr>
              <a:t>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1ADD51-AB93-48D6-85FB-4118F6DA0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1490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0">
                <a:solidFill>
                  <a:srgbClr val="171717"/>
                </a:solidFill>
              </a:defRPr>
            </a:defPPr>
            <a:lvl1pPr algn="l">
              <a:defRPr sz="1575" b="0">
                <a:solidFill>
                  <a:srgbClr val="171717"/>
                </a:solidFill>
              </a:defRPr>
            </a:lvl1pPr>
            <a:lvl2pPr algn="l">
              <a:defRPr sz="1575" b="0">
                <a:solidFill>
                  <a:srgbClr val="171717"/>
                </a:solidFill>
              </a:defRPr>
            </a:lvl2pPr>
            <a:lvl3pPr algn="l">
              <a:defRPr sz="1575" b="0">
                <a:solidFill>
                  <a:srgbClr val="171717"/>
                </a:solidFill>
              </a:defRPr>
            </a:lvl3pPr>
            <a:lvl4pPr algn="l">
              <a:defRPr sz="1575" b="0">
                <a:solidFill>
                  <a:srgbClr val="171717"/>
                </a:solidFill>
              </a:defRPr>
            </a:lvl4pPr>
            <a:lvl5pPr algn="l">
              <a:defRPr sz="1575" b="0">
                <a:solidFill>
                  <a:srgbClr val="171717"/>
                </a:solidFill>
              </a:defRPr>
            </a:lvl5pPr>
            <a:lvl6pPr algn="l">
              <a:defRPr sz="1575" b="0">
                <a:solidFill>
                  <a:srgbClr val="171717"/>
                </a:solidFill>
              </a:defRPr>
            </a:lvl6pPr>
            <a:lvl7pPr algn="l">
              <a:defRPr sz="1575" b="0">
                <a:solidFill>
                  <a:srgbClr val="171717"/>
                </a:solidFill>
              </a:defRPr>
            </a:lvl7pPr>
            <a:lvl8pPr algn="l">
              <a:defRPr sz="1575" b="0">
                <a:solidFill>
                  <a:srgbClr val="171717"/>
                </a:solidFill>
              </a:defRPr>
            </a:lvl8pPr>
            <a:lvl9pPr algn="l">
              <a:defRPr sz="1575" b="0">
                <a:solidFill>
                  <a:srgbClr val="171717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1717"/>
                </a:solidFill>
              </a:defRPr>
            </a:pPr>
            <a:r>
              <a:rPr sz="1575" b="0">
                <a:solidFill>
                  <a:srgbClr val="171717"/>
                </a:solidFill>
              </a:rPr>
              <a:t>Gaussian Naive Bayes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A22A53-DCB0-41DD-B09D-CDB91D4C1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1490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725" b="1">
                <a:solidFill>
                  <a:srgbClr val="356A8A"/>
                </a:solidFill>
              </a:defRPr>
            </a:defPPr>
            <a:lvl1pPr algn="r">
              <a:defRPr sz="1725" b="1">
                <a:solidFill>
                  <a:srgbClr val="356A8A"/>
                </a:solidFill>
              </a:defRPr>
            </a:lvl1pPr>
            <a:lvl2pPr algn="r">
              <a:defRPr sz="1725" b="1">
                <a:solidFill>
                  <a:srgbClr val="356A8A"/>
                </a:solidFill>
              </a:defRPr>
            </a:lvl2pPr>
            <a:lvl3pPr algn="r">
              <a:defRPr sz="1725" b="1">
                <a:solidFill>
                  <a:srgbClr val="356A8A"/>
                </a:solidFill>
              </a:defRPr>
            </a:lvl3pPr>
            <a:lvl4pPr algn="r">
              <a:defRPr sz="1725" b="1">
                <a:solidFill>
                  <a:srgbClr val="356A8A"/>
                </a:solidFill>
              </a:defRPr>
            </a:lvl4pPr>
            <a:lvl5pPr algn="r">
              <a:defRPr sz="1725" b="1">
                <a:solidFill>
                  <a:srgbClr val="356A8A"/>
                </a:solidFill>
              </a:defRPr>
            </a:lvl5pPr>
            <a:lvl6pPr algn="r">
              <a:defRPr sz="1725" b="1">
                <a:solidFill>
                  <a:srgbClr val="356A8A"/>
                </a:solidFill>
              </a:defRPr>
            </a:lvl6pPr>
            <a:lvl7pPr algn="r">
              <a:defRPr sz="1725" b="1">
                <a:solidFill>
                  <a:srgbClr val="356A8A"/>
                </a:solidFill>
              </a:defRPr>
            </a:lvl7pPr>
            <a:lvl8pPr algn="r">
              <a:defRPr sz="1725" b="1">
                <a:solidFill>
                  <a:srgbClr val="356A8A"/>
                </a:solidFill>
              </a:defRPr>
            </a:lvl8pPr>
            <a:lvl9pPr algn="r">
              <a:defRPr sz="1725" b="1">
                <a:solidFill>
                  <a:srgbClr val="356A8A"/>
                </a:solidFill>
              </a:defRPr>
            </a:lvl9pPr>
          </a:lstStyle>
          <a:p xmlns:a="http://schemas.openxmlformats.org/drawingml/2006/main">
            <a:pPr algn="r">
              <a:defRPr sz="1725" b="1">
                <a:solidFill>
                  <a:srgbClr val="356A8A"/>
                </a:solidFill>
              </a:defRPr>
            </a:pPr>
            <a:r>
              <a:rPr sz="1725" b="1">
                <a:solidFill>
                  <a:srgbClr val="356A8A"/>
                </a:solidFill>
              </a:rPr>
              <a:t>0.703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4335BD-C135-4148-B0E1-E21AD7DCC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90700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00" b="1">
                <a:solidFill>
                  <a:srgbClr val="18384C"/>
                </a:solidFill>
              </a:defRPr>
            </a:defPPr>
            <a:lvl1pPr algn="l">
              <a:defRPr sz="2100" b="1">
                <a:solidFill>
                  <a:srgbClr val="18384C"/>
                </a:solidFill>
              </a:defRPr>
            </a:lvl1pPr>
            <a:lvl2pPr algn="l">
              <a:defRPr sz="2100" b="1">
                <a:solidFill>
                  <a:srgbClr val="18384C"/>
                </a:solidFill>
              </a:defRPr>
            </a:lvl2pPr>
            <a:lvl3pPr algn="l">
              <a:defRPr sz="2100" b="1">
                <a:solidFill>
                  <a:srgbClr val="18384C"/>
                </a:solidFill>
              </a:defRPr>
            </a:lvl3pPr>
            <a:lvl4pPr algn="l">
              <a:defRPr sz="2100" b="1">
                <a:solidFill>
                  <a:srgbClr val="18384C"/>
                </a:solidFill>
              </a:defRPr>
            </a:lvl4pPr>
            <a:lvl5pPr algn="l">
              <a:defRPr sz="2100" b="1">
                <a:solidFill>
                  <a:srgbClr val="18384C"/>
                </a:solidFill>
              </a:defRPr>
            </a:lvl5pPr>
            <a:lvl6pPr algn="l">
              <a:defRPr sz="2100" b="1">
                <a:solidFill>
                  <a:srgbClr val="18384C"/>
                </a:solidFill>
              </a:defRPr>
            </a:lvl6pPr>
            <a:lvl7pPr algn="l">
              <a:defRPr sz="2100" b="1">
                <a:solidFill>
                  <a:srgbClr val="18384C"/>
                </a:solidFill>
              </a:defRPr>
            </a:lvl7pPr>
            <a:lvl8pPr algn="l">
              <a:defRPr sz="2100" b="1">
                <a:solidFill>
                  <a:srgbClr val="18384C"/>
                </a:solidFill>
              </a:defRPr>
            </a:lvl8pPr>
            <a:lvl9pPr algn="l">
              <a:defRPr sz="2100" b="1">
                <a:solidFill>
                  <a:srgbClr val="18384C"/>
                </a:solidFill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8384C"/>
                </a:solidFill>
              </a:defRPr>
            </a:pPr>
            <a:r>
              <a:rPr sz="2100" b="1">
                <a:solidFill>
                  <a:srgbClr val="18384C"/>
                </a:solidFill>
              </a:rPr>
              <a:t>Logistic Regression leads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321C0A-1006-4ADF-A5E1-1F7BC9303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762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171717"/>
                </a:solidFill>
              </a:defRPr>
            </a:defPPr>
            <a:lvl1pPr algn="l">
              <a:defRPr sz="1500" b="0">
                <a:solidFill>
                  <a:srgbClr val="171717"/>
                </a:solidFill>
              </a:defRPr>
            </a:lvl1pPr>
            <a:lvl2pPr algn="l">
              <a:defRPr sz="1500" b="0">
                <a:solidFill>
                  <a:srgbClr val="171717"/>
                </a:solidFill>
              </a:defRPr>
            </a:lvl2pPr>
            <a:lvl3pPr algn="l">
              <a:defRPr sz="1500" b="0">
                <a:solidFill>
                  <a:srgbClr val="171717"/>
                </a:solidFill>
              </a:defRPr>
            </a:lvl3pPr>
            <a:lvl4pPr algn="l">
              <a:defRPr sz="1500" b="0">
                <a:solidFill>
                  <a:srgbClr val="171717"/>
                </a:solidFill>
              </a:defRPr>
            </a:lvl4pPr>
            <a:lvl5pPr algn="l">
              <a:defRPr sz="1500" b="0">
                <a:solidFill>
                  <a:srgbClr val="171717"/>
                </a:solidFill>
              </a:defRPr>
            </a:lvl5pPr>
            <a:lvl6pPr algn="l">
              <a:defRPr sz="1500" b="0">
                <a:solidFill>
                  <a:srgbClr val="171717"/>
                </a:solidFill>
              </a:defRPr>
            </a:lvl6pPr>
            <a:lvl7pPr algn="l">
              <a:defRPr sz="1500" b="0">
                <a:solidFill>
                  <a:srgbClr val="171717"/>
                </a:solidFill>
              </a:defRPr>
            </a:lvl7pPr>
            <a:lvl8pPr algn="l">
              <a:defRPr sz="1500" b="0">
                <a:solidFill>
                  <a:srgbClr val="171717"/>
                </a:solidFill>
              </a:defRPr>
            </a:lvl8pPr>
            <a:lvl9pPr algn="l">
              <a:defRPr sz="1500" b="0">
                <a:solidFill>
                  <a:srgbClr val="171717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71717"/>
                </a:solidFill>
              </a:defRPr>
            </a:pPr>
            <a:r>
              <a:rPr sz="1500" b="0">
                <a:solidFill>
                  <a:srgbClr val="171717"/>
                </a:solidFill>
              </a:rPr>
              <a:t>Its 0.812 held-out ROC-AUC and 0.831 mean cross-validated ROC-AUC offer the best balance of ranking performance and interpretability.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601865-1E69-46D9-9D5F-4D6D75E10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76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646B70"/>
                </a:solidFill>
              </a:defRPr>
            </a:defPPr>
            <a:lvl1pPr algn="l">
              <a:defRPr sz="1275" b="0">
                <a:solidFill>
                  <a:srgbClr val="646B70"/>
                </a:solidFill>
              </a:defRPr>
            </a:lvl1pPr>
            <a:lvl2pPr algn="l">
              <a:defRPr sz="1275" b="0">
                <a:solidFill>
                  <a:srgbClr val="646B70"/>
                </a:solidFill>
              </a:defRPr>
            </a:lvl2pPr>
            <a:lvl3pPr algn="l">
              <a:defRPr sz="1275" b="0">
                <a:solidFill>
                  <a:srgbClr val="646B70"/>
                </a:solidFill>
              </a:defRPr>
            </a:lvl3pPr>
            <a:lvl4pPr algn="l">
              <a:defRPr sz="1275" b="0">
                <a:solidFill>
                  <a:srgbClr val="646B70"/>
                </a:solidFill>
              </a:defRPr>
            </a:lvl4pPr>
            <a:lvl5pPr algn="l">
              <a:defRPr sz="1275" b="0">
                <a:solidFill>
                  <a:srgbClr val="646B70"/>
                </a:solidFill>
              </a:defRPr>
            </a:lvl5pPr>
            <a:lvl6pPr algn="l">
              <a:defRPr sz="1275" b="0">
                <a:solidFill>
                  <a:srgbClr val="646B70"/>
                </a:solidFill>
              </a:defRPr>
            </a:lvl6pPr>
            <a:lvl7pPr algn="l">
              <a:defRPr sz="1275" b="0">
                <a:solidFill>
                  <a:srgbClr val="646B70"/>
                </a:solidFill>
              </a:defRPr>
            </a:lvl7pPr>
            <a:lvl8pPr algn="l">
              <a:defRPr sz="1275" b="0">
                <a:solidFill>
                  <a:srgbClr val="646B70"/>
                </a:solidFill>
              </a:defRPr>
            </a:lvl8pPr>
            <a:lvl9pPr algn="l">
              <a:defRPr sz="1275" b="0">
                <a:solidFill>
                  <a:srgbClr val="646B70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46B70"/>
                </a:solidFill>
              </a:defRPr>
            </a:pPr>
            <a:r>
              <a:rPr sz="1275" b="0">
                <a:solidFill>
                  <a:srgbClr val="646B70"/>
                </a:solidFill>
              </a:rPr>
              <a:t>The neural network reaches high accuracy but weaker ranking and unstable cross-validation.</a:t>
            </a:r>
          </a:p>
        </p:txBody>
      </p:sp>
    </p:spTree>
    <p:extLst>
      <p:ext uri="{BB962C8B-B14F-4D97-AF65-F5344CB8AC3E}">
        <p14:creationId xmlns:p14="http://schemas.microsoft.com/office/powerpoint/2010/main" val="8312605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E17386-7952-4C90-B5E6-AD86376CD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8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289AC8-F987-4F1D-A66E-BF17BEA9F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400" b="1">
                <a:solidFill>
                  <a:srgbClr val="171717"/>
                </a:solidFill>
              </a:defRPr>
            </a:defPPr>
            <a:lvl1pPr algn="l">
              <a:defRPr sz="2400" b="1">
                <a:solidFill>
                  <a:srgbClr val="171717"/>
                </a:solidFill>
              </a:defRPr>
            </a:lvl1pPr>
            <a:lvl2pPr algn="l">
              <a:defRPr sz="2400" b="1">
                <a:solidFill>
                  <a:srgbClr val="171717"/>
                </a:solidFill>
              </a:defRPr>
            </a:lvl2pPr>
            <a:lvl3pPr algn="l">
              <a:defRPr sz="2400" b="1">
                <a:solidFill>
                  <a:srgbClr val="171717"/>
                </a:solidFill>
              </a:defRPr>
            </a:lvl3pPr>
            <a:lvl4pPr algn="l">
              <a:defRPr sz="2400" b="1">
                <a:solidFill>
                  <a:srgbClr val="171717"/>
                </a:solidFill>
              </a:defRPr>
            </a:lvl4pPr>
            <a:lvl5pPr algn="l">
              <a:defRPr sz="2400" b="1">
                <a:solidFill>
                  <a:srgbClr val="171717"/>
                </a:solidFill>
              </a:defRPr>
            </a:lvl5pPr>
            <a:lvl6pPr algn="l">
              <a:defRPr sz="2400" b="1">
                <a:solidFill>
                  <a:srgbClr val="171717"/>
                </a:solidFill>
              </a:defRPr>
            </a:lvl6pPr>
            <a:lvl7pPr algn="l">
              <a:defRPr sz="2400" b="1">
                <a:solidFill>
                  <a:srgbClr val="171717"/>
                </a:solidFill>
              </a:defRPr>
            </a:lvl7pPr>
            <a:lvl8pPr algn="l">
              <a:defRPr sz="2400" b="1">
                <a:solidFill>
                  <a:srgbClr val="171717"/>
                </a:solidFill>
              </a:defRPr>
            </a:lvl8pPr>
            <a:lvl9pPr algn="l">
              <a:defRPr sz="2400" b="1">
                <a:solidFill>
                  <a:srgbClr val="171717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</a:rPr>
              <a:t>Selected model performance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F581C5-7DAD-4FF9-A0E8-C2716E6BA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00" b="0">
                <a:solidFill>
                  <a:srgbClr val="646B70"/>
                </a:solidFill>
              </a:defRPr>
            </a:defPPr>
            <a:lvl1pPr algn="r">
              <a:defRPr sz="900" b="0">
                <a:solidFill>
                  <a:srgbClr val="646B70"/>
                </a:solidFill>
              </a:defRPr>
            </a:lvl1pPr>
            <a:lvl2pPr algn="r">
              <a:defRPr sz="900" b="0">
                <a:solidFill>
                  <a:srgbClr val="646B70"/>
                </a:solidFill>
              </a:defRPr>
            </a:lvl2pPr>
            <a:lvl3pPr algn="r">
              <a:defRPr sz="900" b="0">
                <a:solidFill>
                  <a:srgbClr val="646B70"/>
                </a:solidFill>
              </a:defRPr>
            </a:lvl3pPr>
            <a:lvl4pPr algn="r">
              <a:defRPr sz="900" b="0">
                <a:solidFill>
                  <a:srgbClr val="646B70"/>
                </a:solidFill>
              </a:defRPr>
            </a:lvl4pPr>
            <a:lvl5pPr algn="r">
              <a:defRPr sz="900" b="0">
                <a:solidFill>
                  <a:srgbClr val="646B70"/>
                </a:solidFill>
              </a:defRPr>
            </a:lvl5pPr>
            <a:lvl6pPr algn="r">
              <a:defRPr sz="900" b="0">
                <a:solidFill>
                  <a:srgbClr val="646B70"/>
                </a:solidFill>
              </a:defRPr>
            </a:lvl6pPr>
            <a:lvl7pPr algn="r">
              <a:defRPr sz="900" b="0">
                <a:solidFill>
                  <a:srgbClr val="646B70"/>
                </a:solidFill>
              </a:defRPr>
            </a:lvl7pPr>
            <a:lvl8pPr algn="r">
              <a:defRPr sz="900" b="0">
                <a:solidFill>
                  <a:srgbClr val="646B70"/>
                </a:solidFill>
              </a:defRPr>
            </a:lvl8pPr>
            <a:lvl9pPr algn="r">
              <a:defRPr sz="900" b="0">
                <a:solidFill>
                  <a:srgbClr val="646B70"/>
                </a:solidFill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646B70"/>
                </a:solidFill>
              </a:defRPr>
            </a:pPr>
            <a:r>
              <a:rPr sz="900" b="0">
                <a:solidFill>
                  <a:srgbClr val="646B70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B9079B-888A-4DC1-BFCC-BB229DF67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62125"/>
            <a:ext cx="219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300" b="1">
                <a:solidFill>
                  <a:srgbClr val="356A8A"/>
                </a:solidFill>
              </a:defRPr>
            </a:defPPr>
            <a:lvl1pPr algn="l">
              <a:defRPr sz="3300" b="1">
                <a:solidFill>
                  <a:srgbClr val="356A8A"/>
                </a:solidFill>
              </a:defRPr>
            </a:lvl1pPr>
            <a:lvl2pPr algn="l">
              <a:defRPr sz="3300" b="1">
                <a:solidFill>
                  <a:srgbClr val="356A8A"/>
                </a:solidFill>
              </a:defRPr>
            </a:lvl2pPr>
            <a:lvl3pPr algn="l">
              <a:defRPr sz="3300" b="1">
                <a:solidFill>
                  <a:srgbClr val="356A8A"/>
                </a:solidFill>
              </a:defRPr>
            </a:lvl3pPr>
            <a:lvl4pPr algn="l">
              <a:defRPr sz="3300" b="1">
                <a:solidFill>
                  <a:srgbClr val="356A8A"/>
                </a:solidFill>
              </a:defRPr>
            </a:lvl4pPr>
            <a:lvl5pPr algn="l">
              <a:defRPr sz="3300" b="1">
                <a:solidFill>
                  <a:srgbClr val="356A8A"/>
                </a:solidFill>
              </a:defRPr>
            </a:lvl5pPr>
            <a:lvl6pPr algn="l">
              <a:defRPr sz="3300" b="1">
                <a:solidFill>
                  <a:srgbClr val="356A8A"/>
                </a:solidFill>
              </a:defRPr>
            </a:lvl6pPr>
            <a:lvl7pPr algn="l">
              <a:defRPr sz="3300" b="1">
                <a:solidFill>
                  <a:srgbClr val="356A8A"/>
                </a:solidFill>
              </a:defRPr>
            </a:lvl7pPr>
            <a:lvl8pPr algn="l">
              <a:defRPr sz="3300" b="1">
                <a:solidFill>
                  <a:srgbClr val="356A8A"/>
                </a:solidFill>
              </a:defRPr>
            </a:lvl8pPr>
            <a:lvl9pPr algn="l">
              <a:defRPr sz="3300" b="1">
                <a:solidFill>
                  <a:srgbClr val="356A8A"/>
                </a:solidFill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356A8A"/>
                </a:solidFill>
              </a:defRPr>
            </a:pPr>
            <a:r>
              <a:rPr sz="3300" b="1">
                <a:solidFill>
                  <a:srgbClr val="356A8A"/>
                </a:solidFill>
              </a:rPr>
              <a:t>0.812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461B42-FA7E-4A6B-9149-E57A7380A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646B70"/>
                </a:solidFill>
              </a:defRPr>
            </a:defPPr>
            <a:lvl1pPr algn="l">
              <a:defRPr sz="1350" b="0">
                <a:solidFill>
                  <a:srgbClr val="646B70"/>
                </a:solidFill>
              </a:defRPr>
            </a:lvl1pPr>
            <a:lvl2pPr algn="l">
              <a:defRPr sz="1350" b="0">
                <a:solidFill>
                  <a:srgbClr val="646B70"/>
                </a:solidFill>
              </a:defRPr>
            </a:lvl2pPr>
            <a:lvl3pPr algn="l">
              <a:defRPr sz="1350" b="0">
                <a:solidFill>
                  <a:srgbClr val="646B70"/>
                </a:solidFill>
              </a:defRPr>
            </a:lvl3pPr>
            <a:lvl4pPr algn="l">
              <a:defRPr sz="1350" b="0">
                <a:solidFill>
                  <a:srgbClr val="646B70"/>
                </a:solidFill>
              </a:defRPr>
            </a:lvl4pPr>
            <a:lvl5pPr algn="l">
              <a:defRPr sz="1350" b="0">
                <a:solidFill>
                  <a:srgbClr val="646B70"/>
                </a:solidFill>
              </a:defRPr>
            </a:lvl5pPr>
            <a:lvl6pPr algn="l">
              <a:defRPr sz="1350" b="0">
                <a:solidFill>
                  <a:srgbClr val="646B70"/>
                </a:solidFill>
              </a:defRPr>
            </a:lvl6pPr>
            <a:lvl7pPr algn="l">
              <a:defRPr sz="1350" b="0">
                <a:solidFill>
                  <a:srgbClr val="646B70"/>
                </a:solidFill>
              </a:defRPr>
            </a:lvl7pPr>
            <a:lvl8pPr algn="l">
              <a:defRPr sz="1350" b="0">
                <a:solidFill>
                  <a:srgbClr val="646B70"/>
                </a:solidFill>
              </a:defRPr>
            </a:lvl8pPr>
            <a:lvl9pPr algn="l">
              <a:defRPr sz="1350" b="0">
                <a:solidFill>
                  <a:srgbClr val="646B70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46B70"/>
                </a:solidFill>
              </a:defRPr>
            </a:pPr>
            <a:r>
              <a:rPr sz="1350" b="0">
                <a:solidFill>
                  <a:srgbClr val="646B70"/>
                </a:solidFill>
              </a:rPr>
              <a:t>ROC-AUC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2C9C80-BD89-455E-905B-CB3CC5927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762125"/>
            <a:ext cx="219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300" b="1">
                <a:solidFill>
                  <a:srgbClr val="287D59"/>
                </a:solidFill>
              </a:defRPr>
            </a:defPPr>
            <a:lvl1pPr algn="l">
              <a:defRPr sz="3300" b="1">
                <a:solidFill>
                  <a:srgbClr val="287D59"/>
                </a:solidFill>
              </a:defRPr>
            </a:lvl1pPr>
            <a:lvl2pPr algn="l">
              <a:defRPr sz="3300" b="1">
                <a:solidFill>
                  <a:srgbClr val="287D59"/>
                </a:solidFill>
              </a:defRPr>
            </a:lvl2pPr>
            <a:lvl3pPr algn="l">
              <a:defRPr sz="3300" b="1">
                <a:solidFill>
                  <a:srgbClr val="287D59"/>
                </a:solidFill>
              </a:defRPr>
            </a:lvl3pPr>
            <a:lvl4pPr algn="l">
              <a:defRPr sz="3300" b="1">
                <a:solidFill>
                  <a:srgbClr val="287D59"/>
                </a:solidFill>
              </a:defRPr>
            </a:lvl4pPr>
            <a:lvl5pPr algn="l">
              <a:defRPr sz="3300" b="1">
                <a:solidFill>
                  <a:srgbClr val="287D59"/>
                </a:solidFill>
              </a:defRPr>
            </a:lvl5pPr>
            <a:lvl6pPr algn="l">
              <a:defRPr sz="3300" b="1">
                <a:solidFill>
                  <a:srgbClr val="287D59"/>
                </a:solidFill>
              </a:defRPr>
            </a:lvl6pPr>
            <a:lvl7pPr algn="l">
              <a:defRPr sz="3300" b="1">
                <a:solidFill>
                  <a:srgbClr val="287D59"/>
                </a:solidFill>
              </a:defRPr>
            </a:lvl7pPr>
            <a:lvl8pPr algn="l">
              <a:defRPr sz="3300" b="1">
                <a:solidFill>
                  <a:srgbClr val="287D59"/>
                </a:solidFill>
              </a:defRPr>
            </a:lvl8pPr>
            <a:lvl9pPr algn="l">
              <a:defRPr sz="3300" b="1">
                <a:solidFill>
                  <a:srgbClr val="287D59"/>
                </a:solidFill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87D59"/>
                </a:solidFill>
              </a:defRPr>
            </a:pPr>
            <a:r>
              <a:rPr sz="3300" b="1">
                <a:solidFill>
                  <a:srgbClr val="287D59"/>
                </a:solidFill>
              </a:rPr>
              <a:t>68.1%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3C280F-F8A0-4F49-9FBD-9B80A72F2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717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646B70"/>
                </a:solidFill>
              </a:defRPr>
            </a:defPPr>
            <a:lvl1pPr algn="l">
              <a:defRPr sz="1350" b="0">
                <a:solidFill>
                  <a:srgbClr val="646B70"/>
                </a:solidFill>
              </a:defRPr>
            </a:lvl1pPr>
            <a:lvl2pPr algn="l">
              <a:defRPr sz="1350" b="0">
                <a:solidFill>
                  <a:srgbClr val="646B70"/>
                </a:solidFill>
              </a:defRPr>
            </a:lvl2pPr>
            <a:lvl3pPr algn="l">
              <a:defRPr sz="1350" b="0">
                <a:solidFill>
                  <a:srgbClr val="646B70"/>
                </a:solidFill>
              </a:defRPr>
            </a:lvl3pPr>
            <a:lvl4pPr algn="l">
              <a:defRPr sz="1350" b="0">
                <a:solidFill>
                  <a:srgbClr val="646B70"/>
                </a:solidFill>
              </a:defRPr>
            </a:lvl4pPr>
            <a:lvl5pPr algn="l">
              <a:defRPr sz="1350" b="0">
                <a:solidFill>
                  <a:srgbClr val="646B70"/>
                </a:solidFill>
              </a:defRPr>
            </a:lvl5pPr>
            <a:lvl6pPr algn="l">
              <a:defRPr sz="1350" b="0">
                <a:solidFill>
                  <a:srgbClr val="646B70"/>
                </a:solidFill>
              </a:defRPr>
            </a:lvl6pPr>
            <a:lvl7pPr algn="l">
              <a:defRPr sz="1350" b="0">
                <a:solidFill>
                  <a:srgbClr val="646B70"/>
                </a:solidFill>
              </a:defRPr>
            </a:lvl7pPr>
            <a:lvl8pPr algn="l">
              <a:defRPr sz="1350" b="0">
                <a:solidFill>
                  <a:srgbClr val="646B70"/>
                </a:solidFill>
              </a:defRPr>
            </a:lvl8pPr>
            <a:lvl9pPr algn="l">
              <a:defRPr sz="1350" b="0">
                <a:solidFill>
                  <a:srgbClr val="646B70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46B70"/>
                </a:solidFill>
              </a:defRPr>
            </a:pPr>
            <a:r>
              <a:rPr sz="1350" b="0">
                <a:solidFill>
                  <a:srgbClr val="646B70"/>
                </a:solidFill>
              </a:rPr>
              <a:t>Recall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5B259E-42BC-4830-8C64-8EBE810E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762125"/>
            <a:ext cx="219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300" b="1">
                <a:solidFill>
                  <a:srgbClr val="B64242"/>
                </a:solidFill>
              </a:defRPr>
            </a:defPPr>
            <a:lvl1pPr algn="l">
              <a:defRPr sz="3300" b="1">
                <a:solidFill>
                  <a:srgbClr val="B64242"/>
                </a:solidFill>
              </a:defRPr>
            </a:lvl1pPr>
            <a:lvl2pPr algn="l">
              <a:defRPr sz="3300" b="1">
                <a:solidFill>
                  <a:srgbClr val="B64242"/>
                </a:solidFill>
              </a:defRPr>
            </a:lvl2pPr>
            <a:lvl3pPr algn="l">
              <a:defRPr sz="3300" b="1">
                <a:solidFill>
                  <a:srgbClr val="B64242"/>
                </a:solidFill>
              </a:defRPr>
            </a:lvl3pPr>
            <a:lvl4pPr algn="l">
              <a:defRPr sz="3300" b="1">
                <a:solidFill>
                  <a:srgbClr val="B64242"/>
                </a:solidFill>
              </a:defRPr>
            </a:lvl4pPr>
            <a:lvl5pPr algn="l">
              <a:defRPr sz="3300" b="1">
                <a:solidFill>
                  <a:srgbClr val="B64242"/>
                </a:solidFill>
              </a:defRPr>
            </a:lvl5pPr>
            <a:lvl6pPr algn="l">
              <a:defRPr sz="3300" b="1">
                <a:solidFill>
                  <a:srgbClr val="B64242"/>
                </a:solidFill>
              </a:defRPr>
            </a:lvl6pPr>
            <a:lvl7pPr algn="l">
              <a:defRPr sz="3300" b="1">
                <a:solidFill>
                  <a:srgbClr val="B64242"/>
                </a:solidFill>
              </a:defRPr>
            </a:lvl7pPr>
            <a:lvl8pPr algn="l">
              <a:defRPr sz="3300" b="1">
                <a:solidFill>
                  <a:srgbClr val="B64242"/>
                </a:solidFill>
              </a:defRPr>
            </a:lvl8pPr>
            <a:lvl9pPr algn="l">
              <a:defRPr sz="3300" b="1">
                <a:solidFill>
                  <a:srgbClr val="B64242"/>
                </a:solidFill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B64242"/>
                </a:solidFill>
              </a:defRPr>
            </a:pPr>
            <a:r>
              <a:rPr sz="3300" b="1">
                <a:solidFill>
                  <a:srgbClr val="B64242"/>
                </a:solidFill>
              </a:rPr>
              <a:t>38.1%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D22412-5150-4484-9B65-9840599C7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717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646B70"/>
                </a:solidFill>
              </a:defRPr>
            </a:defPPr>
            <a:lvl1pPr algn="l">
              <a:defRPr sz="1350" b="0">
                <a:solidFill>
                  <a:srgbClr val="646B70"/>
                </a:solidFill>
              </a:defRPr>
            </a:lvl1pPr>
            <a:lvl2pPr algn="l">
              <a:defRPr sz="1350" b="0">
                <a:solidFill>
                  <a:srgbClr val="646B70"/>
                </a:solidFill>
              </a:defRPr>
            </a:lvl2pPr>
            <a:lvl3pPr algn="l">
              <a:defRPr sz="1350" b="0">
                <a:solidFill>
                  <a:srgbClr val="646B70"/>
                </a:solidFill>
              </a:defRPr>
            </a:lvl3pPr>
            <a:lvl4pPr algn="l">
              <a:defRPr sz="1350" b="0">
                <a:solidFill>
                  <a:srgbClr val="646B70"/>
                </a:solidFill>
              </a:defRPr>
            </a:lvl4pPr>
            <a:lvl5pPr algn="l">
              <a:defRPr sz="1350" b="0">
                <a:solidFill>
                  <a:srgbClr val="646B70"/>
                </a:solidFill>
              </a:defRPr>
            </a:lvl5pPr>
            <a:lvl6pPr algn="l">
              <a:defRPr sz="1350" b="0">
                <a:solidFill>
                  <a:srgbClr val="646B70"/>
                </a:solidFill>
              </a:defRPr>
            </a:lvl6pPr>
            <a:lvl7pPr algn="l">
              <a:defRPr sz="1350" b="0">
                <a:solidFill>
                  <a:srgbClr val="646B70"/>
                </a:solidFill>
              </a:defRPr>
            </a:lvl7pPr>
            <a:lvl8pPr algn="l">
              <a:defRPr sz="1350" b="0">
                <a:solidFill>
                  <a:srgbClr val="646B70"/>
                </a:solidFill>
              </a:defRPr>
            </a:lvl8pPr>
            <a:lvl9pPr algn="l">
              <a:defRPr sz="1350" b="0">
                <a:solidFill>
                  <a:srgbClr val="646B70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46B70"/>
                </a:solidFill>
              </a:defRPr>
            </a:pPr>
            <a:r>
              <a:rPr sz="1350" b="0">
                <a:solidFill>
                  <a:srgbClr val="646B70"/>
                </a:solidFill>
              </a:rPr>
              <a:t>Precision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78B00E-18FE-47BF-9C67-57587B7A1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762125"/>
            <a:ext cx="219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300" b="1">
                <a:solidFill>
                  <a:srgbClr val="18384C"/>
                </a:solidFill>
              </a:defRPr>
            </a:defPPr>
            <a:lvl1pPr algn="l">
              <a:defRPr sz="3300" b="1">
                <a:solidFill>
                  <a:srgbClr val="18384C"/>
                </a:solidFill>
              </a:defRPr>
            </a:lvl1pPr>
            <a:lvl2pPr algn="l">
              <a:defRPr sz="3300" b="1">
                <a:solidFill>
                  <a:srgbClr val="18384C"/>
                </a:solidFill>
              </a:defRPr>
            </a:lvl2pPr>
            <a:lvl3pPr algn="l">
              <a:defRPr sz="3300" b="1">
                <a:solidFill>
                  <a:srgbClr val="18384C"/>
                </a:solidFill>
              </a:defRPr>
            </a:lvl3pPr>
            <a:lvl4pPr algn="l">
              <a:defRPr sz="3300" b="1">
                <a:solidFill>
                  <a:srgbClr val="18384C"/>
                </a:solidFill>
              </a:defRPr>
            </a:lvl4pPr>
            <a:lvl5pPr algn="l">
              <a:defRPr sz="3300" b="1">
                <a:solidFill>
                  <a:srgbClr val="18384C"/>
                </a:solidFill>
              </a:defRPr>
            </a:lvl5pPr>
            <a:lvl6pPr algn="l">
              <a:defRPr sz="3300" b="1">
                <a:solidFill>
                  <a:srgbClr val="18384C"/>
                </a:solidFill>
              </a:defRPr>
            </a:lvl6pPr>
            <a:lvl7pPr algn="l">
              <a:defRPr sz="3300" b="1">
                <a:solidFill>
                  <a:srgbClr val="18384C"/>
                </a:solidFill>
              </a:defRPr>
            </a:lvl7pPr>
            <a:lvl8pPr algn="l">
              <a:defRPr sz="3300" b="1">
                <a:solidFill>
                  <a:srgbClr val="18384C"/>
                </a:solidFill>
              </a:defRPr>
            </a:lvl8pPr>
            <a:lvl9pPr algn="l">
              <a:defRPr sz="3300" b="1">
                <a:solidFill>
                  <a:srgbClr val="18384C"/>
                </a:solidFill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8384C"/>
                </a:solidFill>
              </a:defRPr>
            </a:pPr>
            <a:r>
              <a:rPr sz="3300" b="1">
                <a:solidFill>
                  <a:srgbClr val="18384C"/>
                </a:solidFill>
              </a:rPr>
              <a:t>0.489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E71E61-0130-498A-BA4A-88BF12E87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5717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646B70"/>
                </a:solidFill>
              </a:defRPr>
            </a:defPPr>
            <a:lvl1pPr algn="l">
              <a:defRPr sz="1350" b="0">
                <a:solidFill>
                  <a:srgbClr val="646B70"/>
                </a:solidFill>
              </a:defRPr>
            </a:lvl1pPr>
            <a:lvl2pPr algn="l">
              <a:defRPr sz="1350" b="0">
                <a:solidFill>
                  <a:srgbClr val="646B70"/>
                </a:solidFill>
              </a:defRPr>
            </a:lvl2pPr>
            <a:lvl3pPr algn="l">
              <a:defRPr sz="1350" b="0">
                <a:solidFill>
                  <a:srgbClr val="646B70"/>
                </a:solidFill>
              </a:defRPr>
            </a:lvl3pPr>
            <a:lvl4pPr algn="l">
              <a:defRPr sz="1350" b="0">
                <a:solidFill>
                  <a:srgbClr val="646B70"/>
                </a:solidFill>
              </a:defRPr>
            </a:lvl4pPr>
            <a:lvl5pPr algn="l">
              <a:defRPr sz="1350" b="0">
                <a:solidFill>
                  <a:srgbClr val="646B70"/>
                </a:solidFill>
              </a:defRPr>
            </a:lvl5pPr>
            <a:lvl6pPr algn="l">
              <a:defRPr sz="1350" b="0">
                <a:solidFill>
                  <a:srgbClr val="646B70"/>
                </a:solidFill>
              </a:defRPr>
            </a:lvl6pPr>
            <a:lvl7pPr algn="l">
              <a:defRPr sz="1350" b="0">
                <a:solidFill>
                  <a:srgbClr val="646B70"/>
                </a:solidFill>
              </a:defRPr>
            </a:lvl7pPr>
            <a:lvl8pPr algn="l">
              <a:defRPr sz="1350" b="0">
                <a:solidFill>
                  <a:srgbClr val="646B70"/>
                </a:solidFill>
              </a:defRPr>
            </a:lvl8pPr>
            <a:lvl9pPr algn="l">
              <a:defRPr sz="1350" b="0">
                <a:solidFill>
                  <a:srgbClr val="646B70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46B70"/>
                </a:solidFill>
              </a:defRPr>
            </a:pPr>
            <a:r>
              <a:rPr sz="1350" b="0">
                <a:solidFill>
                  <a:srgbClr val="646B70"/>
                </a:solidFill>
              </a:rPr>
              <a:t>F1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EB9943-74F3-4C10-B929-733BD5915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337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D9F96A-BB4A-4826-8699-324B5E444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6237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1">
                <a:solidFill>
                  <a:srgbClr val="171717"/>
                </a:solidFill>
              </a:defRPr>
            </a:defPPr>
            <a:lvl1pPr algn="l">
              <a:defRPr sz="1800" b="1">
                <a:solidFill>
                  <a:srgbClr val="171717"/>
                </a:solidFill>
              </a:defRPr>
            </a:lvl1pPr>
            <a:lvl2pPr algn="l">
              <a:defRPr sz="1800" b="1">
                <a:solidFill>
                  <a:srgbClr val="171717"/>
                </a:solidFill>
              </a:defRPr>
            </a:lvl2pPr>
            <a:lvl3pPr algn="l">
              <a:defRPr sz="1800" b="1">
                <a:solidFill>
                  <a:srgbClr val="171717"/>
                </a:solidFill>
              </a:defRPr>
            </a:lvl3pPr>
            <a:lvl4pPr algn="l">
              <a:defRPr sz="1800" b="1">
                <a:solidFill>
                  <a:srgbClr val="171717"/>
                </a:solidFill>
              </a:defRPr>
            </a:lvl4pPr>
            <a:lvl5pPr algn="l">
              <a:defRPr sz="1800" b="1">
                <a:solidFill>
                  <a:srgbClr val="171717"/>
                </a:solidFill>
              </a:defRPr>
            </a:lvl5pPr>
            <a:lvl6pPr algn="l">
              <a:defRPr sz="1800" b="1">
                <a:solidFill>
                  <a:srgbClr val="171717"/>
                </a:solidFill>
              </a:defRPr>
            </a:lvl6pPr>
            <a:lvl7pPr algn="l">
              <a:defRPr sz="1800" b="1">
                <a:solidFill>
                  <a:srgbClr val="171717"/>
                </a:solidFill>
              </a:defRPr>
            </a:lvl7pPr>
            <a:lvl8pPr algn="l">
              <a:defRPr sz="1800" b="1">
                <a:solidFill>
                  <a:srgbClr val="171717"/>
                </a:solidFill>
              </a:defRPr>
            </a:lvl8pPr>
            <a:lvl9pPr algn="l">
              <a:defRPr sz="1800" b="1">
                <a:solidFill>
                  <a:srgbClr val="171717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Interpretation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D8A62D-0881-443A-99EA-3EA7540EE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714750"/>
            <a:ext cx="80486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0">
                <a:solidFill>
                  <a:srgbClr val="171717"/>
                </a:solidFill>
              </a:defRPr>
            </a:defPPr>
            <a:lvl1pPr algn="l">
              <a:defRPr sz="1725" b="0">
                <a:solidFill>
                  <a:srgbClr val="171717"/>
                </a:solidFill>
              </a:defRPr>
            </a:lvl1pPr>
            <a:lvl2pPr algn="l">
              <a:defRPr sz="1725" b="0">
                <a:solidFill>
                  <a:srgbClr val="171717"/>
                </a:solidFill>
              </a:defRPr>
            </a:lvl2pPr>
            <a:lvl3pPr algn="l">
              <a:defRPr sz="1725" b="0">
                <a:solidFill>
                  <a:srgbClr val="171717"/>
                </a:solidFill>
              </a:defRPr>
            </a:lvl3pPr>
            <a:lvl4pPr algn="l">
              <a:defRPr sz="1725" b="0">
                <a:solidFill>
                  <a:srgbClr val="171717"/>
                </a:solidFill>
              </a:defRPr>
            </a:lvl4pPr>
            <a:lvl5pPr algn="l">
              <a:defRPr sz="1725" b="0">
                <a:solidFill>
                  <a:srgbClr val="171717"/>
                </a:solidFill>
              </a:defRPr>
            </a:lvl5pPr>
            <a:lvl6pPr algn="l">
              <a:defRPr sz="1725" b="0">
                <a:solidFill>
                  <a:srgbClr val="171717"/>
                </a:solidFill>
              </a:defRPr>
            </a:lvl6pPr>
            <a:lvl7pPr algn="l">
              <a:defRPr sz="1725" b="0">
                <a:solidFill>
                  <a:srgbClr val="171717"/>
                </a:solidFill>
              </a:defRPr>
            </a:lvl7pPr>
            <a:lvl8pPr algn="l">
              <a:defRPr sz="1725" b="0">
                <a:solidFill>
                  <a:srgbClr val="171717"/>
                </a:solidFill>
              </a:defRPr>
            </a:lvl8pPr>
            <a:lvl9pPr algn="l">
              <a:defRPr sz="1725" b="0">
                <a:solidFill>
                  <a:srgbClr val="171717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71717"/>
                </a:solidFill>
              </a:defRPr>
            </a:pPr>
            <a:r>
              <a:rPr sz="1725" b="0">
                <a:solidFill>
                  <a:srgbClr val="171717"/>
                </a:solidFill>
              </a:rPr>
              <a:t>The model catches about two thirds of observed leavers at the default threshold, but most alerts are false positives. Retention interventions should therefore remain supportive, inexpensive, and voluntary.</a:t>
            </a:r>
          </a:p>
        </p:txBody>
      </p:sp>
    </p:spTree>
    <p:extLst>
      <p:ext uri="{BB962C8B-B14F-4D97-AF65-F5344CB8AC3E}">
        <p14:creationId xmlns:p14="http://schemas.microsoft.com/office/powerpoint/2010/main" val="17251757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1007DA-AA8B-41FE-9940-AF8DA003F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8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9FC637-8016-46DB-9825-B0ED289C7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400" b="1">
                <a:solidFill>
                  <a:srgbClr val="171717"/>
                </a:solidFill>
              </a:defRPr>
            </a:defPPr>
            <a:lvl1pPr algn="l">
              <a:defRPr sz="2400" b="1">
                <a:solidFill>
                  <a:srgbClr val="171717"/>
                </a:solidFill>
              </a:defRPr>
            </a:lvl1pPr>
            <a:lvl2pPr algn="l">
              <a:defRPr sz="2400" b="1">
                <a:solidFill>
                  <a:srgbClr val="171717"/>
                </a:solidFill>
              </a:defRPr>
            </a:lvl2pPr>
            <a:lvl3pPr algn="l">
              <a:defRPr sz="2400" b="1">
                <a:solidFill>
                  <a:srgbClr val="171717"/>
                </a:solidFill>
              </a:defRPr>
            </a:lvl3pPr>
            <a:lvl4pPr algn="l">
              <a:defRPr sz="2400" b="1">
                <a:solidFill>
                  <a:srgbClr val="171717"/>
                </a:solidFill>
              </a:defRPr>
            </a:lvl4pPr>
            <a:lvl5pPr algn="l">
              <a:defRPr sz="2400" b="1">
                <a:solidFill>
                  <a:srgbClr val="171717"/>
                </a:solidFill>
              </a:defRPr>
            </a:lvl5pPr>
            <a:lvl6pPr algn="l">
              <a:defRPr sz="2400" b="1">
                <a:solidFill>
                  <a:srgbClr val="171717"/>
                </a:solidFill>
              </a:defRPr>
            </a:lvl6pPr>
            <a:lvl7pPr algn="l">
              <a:defRPr sz="2400" b="1">
                <a:solidFill>
                  <a:srgbClr val="171717"/>
                </a:solidFill>
              </a:defRPr>
            </a:lvl7pPr>
            <a:lvl8pPr algn="l">
              <a:defRPr sz="2400" b="1">
                <a:solidFill>
                  <a:srgbClr val="171717"/>
                </a:solidFill>
              </a:defRPr>
            </a:lvl8pPr>
            <a:lvl9pPr algn="l">
              <a:defRPr sz="2400" b="1">
                <a:solidFill>
                  <a:srgbClr val="171717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</a:rPr>
              <a:t>Model explanation and safeguards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6F6698-621F-41A6-A5B6-3F622B844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00" b="0">
                <a:solidFill>
                  <a:srgbClr val="646B70"/>
                </a:solidFill>
              </a:defRPr>
            </a:defPPr>
            <a:lvl1pPr algn="r">
              <a:defRPr sz="900" b="0">
                <a:solidFill>
                  <a:srgbClr val="646B70"/>
                </a:solidFill>
              </a:defRPr>
            </a:lvl1pPr>
            <a:lvl2pPr algn="r">
              <a:defRPr sz="900" b="0">
                <a:solidFill>
                  <a:srgbClr val="646B70"/>
                </a:solidFill>
              </a:defRPr>
            </a:lvl2pPr>
            <a:lvl3pPr algn="r">
              <a:defRPr sz="900" b="0">
                <a:solidFill>
                  <a:srgbClr val="646B70"/>
                </a:solidFill>
              </a:defRPr>
            </a:lvl3pPr>
            <a:lvl4pPr algn="r">
              <a:defRPr sz="900" b="0">
                <a:solidFill>
                  <a:srgbClr val="646B70"/>
                </a:solidFill>
              </a:defRPr>
            </a:lvl4pPr>
            <a:lvl5pPr algn="r">
              <a:defRPr sz="900" b="0">
                <a:solidFill>
                  <a:srgbClr val="646B70"/>
                </a:solidFill>
              </a:defRPr>
            </a:lvl5pPr>
            <a:lvl6pPr algn="r">
              <a:defRPr sz="900" b="0">
                <a:solidFill>
                  <a:srgbClr val="646B70"/>
                </a:solidFill>
              </a:defRPr>
            </a:lvl6pPr>
            <a:lvl7pPr algn="r">
              <a:defRPr sz="900" b="0">
                <a:solidFill>
                  <a:srgbClr val="646B70"/>
                </a:solidFill>
              </a:defRPr>
            </a:lvl7pPr>
            <a:lvl8pPr algn="r">
              <a:defRPr sz="900" b="0">
                <a:solidFill>
                  <a:srgbClr val="646B70"/>
                </a:solidFill>
              </a:defRPr>
            </a:lvl8pPr>
            <a:lvl9pPr algn="r">
              <a:defRPr sz="900" b="0">
                <a:solidFill>
                  <a:srgbClr val="646B70"/>
                </a:solidFill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646B70"/>
                </a:solidFill>
              </a:defRPr>
            </a:pPr>
            <a:r>
              <a:rPr sz="900" b="0">
                <a:solidFill>
                  <a:srgbClr val="646B70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9AE313-A95F-4426-88BB-DF1CC6438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38112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>
                <a:solidFill>
                  <a:srgbClr val="356A8A"/>
                </a:solidFill>
              </a:defRPr>
            </a:defPPr>
            <a:lvl1pPr algn="l">
              <a:defRPr sz="1650" b="1">
                <a:solidFill>
                  <a:srgbClr val="356A8A"/>
                </a:solidFill>
              </a:defRPr>
            </a:lvl1pPr>
            <a:lvl2pPr algn="l">
              <a:defRPr sz="1650" b="1">
                <a:solidFill>
                  <a:srgbClr val="356A8A"/>
                </a:solidFill>
              </a:defRPr>
            </a:lvl2pPr>
            <a:lvl3pPr algn="l">
              <a:defRPr sz="1650" b="1">
                <a:solidFill>
                  <a:srgbClr val="356A8A"/>
                </a:solidFill>
              </a:defRPr>
            </a:lvl3pPr>
            <a:lvl4pPr algn="l">
              <a:defRPr sz="1650" b="1">
                <a:solidFill>
                  <a:srgbClr val="356A8A"/>
                </a:solidFill>
              </a:defRPr>
            </a:lvl4pPr>
            <a:lvl5pPr algn="l">
              <a:defRPr sz="1650" b="1">
                <a:solidFill>
                  <a:srgbClr val="356A8A"/>
                </a:solidFill>
              </a:defRPr>
            </a:lvl5pPr>
            <a:lvl6pPr algn="l">
              <a:defRPr sz="1650" b="1">
                <a:solidFill>
                  <a:srgbClr val="356A8A"/>
                </a:solidFill>
              </a:defRPr>
            </a:lvl6pPr>
            <a:lvl7pPr algn="l">
              <a:defRPr sz="1650" b="1">
                <a:solidFill>
                  <a:srgbClr val="356A8A"/>
                </a:solidFill>
              </a:defRPr>
            </a:lvl7pPr>
            <a:lvl8pPr algn="l">
              <a:defRPr sz="1650" b="1">
                <a:solidFill>
                  <a:srgbClr val="356A8A"/>
                </a:solidFill>
              </a:defRPr>
            </a:lvl8pPr>
            <a:lvl9pPr algn="l">
              <a:defRPr sz="1650" b="1">
                <a:solidFill>
                  <a:srgbClr val="356A8A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356A8A"/>
                </a:solidFill>
              </a:defRPr>
            </a:pPr>
            <a:r>
              <a:rPr sz="1650" b="1">
                <a:solidFill>
                  <a:srgbClr val="356A8A"/>
                </a:solidFill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437DA4-711E-4BC5-9F7C-C6780BD2C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381125"/>
            <a:ext cx="10058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0">
                <a:solidFill>
                  <a:srgbClr val="171717"/>
                </a:solidFill>
              </a:defRPr>
            </a:defPPr>
            <a:lvl1pPr algn="l">
              <a:defRPr sz="1650" b="0">
                <a:solidFill>
                  <a:srgbClr val="171717"/>
                </a:solidFill>
              </a:defRPr>
            </a:lvl1pPr>
            <a:lvl2pPr algn="l">
              <a:defRPr sz="1650" b="0">
                <a:solidFill>
                  <a:srgbClr val="171717"/>
                </a:solidFill>
              </a:defRPr>
            </a:lvl2pPr>
            <a:lvl3pPr algn="l">
              <a:defRPr sz="1650" b="0">
                <a:solidFill>
                  <a:srgbClr val="171717"/>
                </a:solidFill>
              </a:defRPr>
            </a:lvl3pPr>
            <a:lvl4pPr algn="l">
              <a:defRPr sz="1650" b="0">
                <a:solidFill>
                  <a:srgbClr val="171717"/>
                </a:solidFill>
              </a:defRPr>
            </a:lvl4pPr>
            <a:lvl5pPr algn="l">
              <a:defRPr sz="1650" b="0">
                <a:solidFill>
                  <a:srgbClr val="171717"/>
                </a:solidFill>
              </a:defRPr>
            </a:lvl5pPr>
            <a:lvl6pPr algn="l">
              <a:defRPr sz="1650" b="0">
                <a:solidFill>
                  <a:srgbClr val="171717"/>
                </a:solidFill>
              </a:defRPr>
            </a:lvl6pPr>
            <a:lvl7pPr algn="l">
              <a:defRPr sz="1650" b="0">
                <a:solidFill>
                  <a:srgbClr val="171717"/>
                </a:solidFill>
              </a:defRPr>
            </a:lvl7pPr>
            <a:lvl8pPr algn="l">
              <a:defRPr sz="1650" b="0">
                <a:solidFill>
                  <a:srgbClr val="171717"/>
                </a:solidFill>
              </a:defRPr>
            </a:lvl8pPr>
            <a:lvl9pPr algn="l">
              <a:defRPr sz="1650" b="0">
                <a:solidFill>
                  <a:srgbClr val="171717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71717"/>
                </a:solidFill>
              </a:defRPr>
            </a:pPr>
            <a:r>
              <a:rPr sz="1650" b="0">
                <a:solidFill>
                  <a:srgbClr val="171717"/>
                </a:solidFill>
              </a:rPr>
              <a:t>SHAP explains how transformed features move the selected model output across the evaluated sample.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37B7E9-48CF-485E-87C0-C2E3B08E4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5267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>
                <a:solidFill>
                  <a:srgbClr val="356A8A"/>
                </a:solidFill>
              </a:defRPr>
            </a:defPPr>
            <a:lvl1pPr algn="l">
              <a:defRPr sz="1650" b="1">
                <a:solidFill>
                  <a:srgbClr val="356A8A"/>
                </a:solidFill>
              </a:defRPr>
            </a:lvl1pPr>
            <a:lvl2pPr algn="l">
              <a:defRPr sz="1650" b="1">
                <a:solidFill>
                  <a:srgbClr val="356A8A"/>
                </a:solidFill>
              </a:defRPr>
            </a:lvl2pPr>
            <a:lvl3pPr algn="l">
              <a:defRPr sz="1650" b="1">
                <a:solidFill>
                  <a:srgbClr val="356A8A"/>
                </a:solidFill>
              </a:defRPr>
            </a:lvl3pPr>
            <a:lvl4pPr algn="l">
              <a:defRPr sz="1650" b="1">
                <a:solidFill>
                  <a:srgbClr val="356A8A"/>
                </a:solidFill>
              </a:defRPr>
            </a:lvl4pPr>
            <a:lvl5pPr algn="l">
              <a:defRPr sz="1650" b="1">
                <a:solidFill>
                  <a:srgbClr val="356A8A"/>
                </a:solidFill>
              </a:defRPr>
            </a:lvl5pPr>
            <a:lvl6pPr algn="l">
              <a:defRPr sz="1650" b="1">
                <a:solidFill>
                  <a:srgbClr val="356A8A"/>
                </a:solidFill>
              </a:defRPr>
            </a:lvl6pPr>
            <a:lvl7pPr algn="l">
              <a:defRPr sz="1650" b="1">
                <a:solidFill>
                  <a:srgbClr val="356A8A"/>
                </a:solidFill>
              </a:defRPr>
            </a:lvl7pPr>
            <a:lvl8pPr algn="l">
              <a:defRPr sz="1650" b="1">
                <a:solidFill>
                  <a:srgbClr val="356A8A"/>
                </a:solidFill>
              </a:defRPr>
            </a:lvl8pPr>
            <a:lvl9pPr algn="l">
              <a:defRPr sz="1650" b="1">
                <a:solidFill>
                  <a:srgbClr val="356A8A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356A8A"/>
                </a:solidFill>
              </a:defRPr>
            </a:pPr>
            <a:r>
              <a:rPr sz="1650" b="1">
                <a:solidFill>
                  <a:srgbClr val="356A8A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0593F9-F020-42AA-9829-8AE065ECA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52675"/>
            <a:ext cx="10058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0">
                <a:solidFill>
                  <a:srgbClr val="171717"/>
                </a:solidFill>
              </a:defRPr>
            </a:defPPr>
            <a:lvl1pPr algn="l">
              <a:defRPr sz="1650" b="0">
                <a:solidFill>
                  <a:srgbClr val="171717"/>
                </a:solidFill>
              </a:defRPr>
            </a:lvl1pPr>
            <a:lvl2pPr algn="l">
              <a:defRPr sz="1650" b="0">
                <a:solidFill>
                  <a:srgbClr val="171717"/>
                </a:solidFill>
              </a:defRPr>
            </a:lvl2pPr>
            <a:lvl3pPr algn="l">
              <a:defRPr sz="1650" b="0">
                <a:solidFill>
                  <a:srgbClr val="171717"/>
                </a:solidFill>
              </a:defRPr>
            </a:lvl3pPr>
            <a:lvl4pPr algn="l">
              <a:defRPr sz="1650" b="0">
                <a:solidFill>
                  <a:srgbClr val="171717"/>
                </a:solidFill>
              </a:defRPr>
            </a:lvl4pPr>
            <a:lvl5pPr algn="l">
              <a:defRPr sz="1650" b="0">
                <a:solidFill>
                  <a:srgbClr val="171717"/>
                </a:solidFill>
              </a:defRPr>
            </a:lvl5pPr>
            <a:lvl6pPr algn="l">
              <a:defRPr sz="1650" b="0">
                <a:solidFill>
                  <a:srgbClr val="171717"/>
                </a:solidFill>
              </a:defRPr>
            </a:lvl6pPr>
            <a:lvl7pPr algn="l">
              <a:defRPr sz="1650" b="0">
                <a:solidFill>
                  <a:srgbClr val="171717"/>
                </a:solidFill>
              </a:defRPr>
            </a:lvl7pPr>
            <a:lvl8pPr algn="l">
              <a:defRPr sz="1650" b="0">
                <a:solidFill>
                  <a:srgbClr val="171717"/>
                </a:solidFill>
              </a:defRPr>
            </a:lvl8pPr>
            <a:lvl9pPr algn="l">
              <a:defRPr sz="1650" b="0">
                <a:solidFill>
                  <a:srgbClr val="171717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71717"/>
                </a:solidFill>
              </a:defRPr>
            </a:pPr>
            <a:r>
              <a:rPr sz="1650" b="0">
                <a:solidFill>
                  <a:srgbClr val="171717"/>
                </a:solidFill>
              </a:rPr>
              <a:t>Overtime, income, experience, tenure, travel, and role contribute to risk estimates.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887232-7BA0-4BCD-9532-74C1D3589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2422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>
                <a:solidFill>
                  <a:srgbClr val="356A8A"/>
                </a:solidFill>
              </a:defRPr>
            </a:defPPr>
            <a:lvl1pPr algn="l">
              <a:defRPr sz="1650" b="1">
                <a:solidFill>
                  <a:srgbClr val="356A8A"/>
                </a:solidFill>
              </a:defRPr>
            </a:lvl1pPr>
            <a:lvl2pPr algn="l">
              <a:defRPr sz="1650" b="1">
                <a:solidFill>
                  <a:srgbClr val="356A8A"/>
                </a:solidFill>
              </a:defRPr>
            </a:lvl2pPr>
            <a:lvl3pPr algn="l">
              <a:defRPr sz="1650" b="1">
                <a:solidFill>
                  <a:srgbClr val="356A8A"/>
                </a:solidFill>
              </a:defRPr>
            </a:lvl3pPr>
            <a:lvl4pPr algn="l">
              <a:defRPr sz="1650" b="1">
                <a:solidFill>
                  <a:srgbClr val="356A8A"/>
                </a:solidFill>
              </a:defRPr>
            </a:lvl4pPr>
            <a:lvl5pPr algn="l">
              <a:defRPr sz="1650" b="1">
                <a:solidFill>
                  <a:srgbClr val="356A8A"/>
                </a:solidFill>
              </a:defRPr>
            </a:lvl5pPr>
            <a:lvl6pPr algn="l">
              <a:defRPr sz="1650" b="1">
                <a:solidFill>
                  <a:srgbClr val="356A8A"/>
                </a:solidFill>
              </a:defRPr>
            </a:lvl6pPr>
            <a:lvl7pPr algn="l">
              <a:defRPr sz="1650" b="1">
                <a:solidFill>
                  <a:srgbClr val="356A8A"/>
                </a:solidFill>
              </a:defRPr>
            </a:lvl7pPr>
            <a:lvl8pPr algn="l">
              <a:defRPr sz="1650" b="1">
                <a:solidFill>
                  <a:srgbClr val="356A8A"/>
                </a:solidFill>
              </a:defRPr>
            </a:lvl8pPr>
            <a:lvl9pPr algn="l">
              <a:defRPr sz="1650" b="1">
                <a:solidFill>
                  <a:srgbClr val="356A8A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356A8A"/>
                </a:solidFill>
              </a:defRPr>
            </a:pPr>
            <a:r>
              <a:rPr sz="1650" b="1">
                <a:solidFill>
                  <a:srgbClr val="356A8A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7069D2-416C-48E9-A8A4-A7AED6172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24225"/>
            <a:ext cx="10058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0">
                <a:solidFill>
                  <a:srgbClr val="171717"/>
                </a:solidFill>
              </a:defRPr>
            </a:defPPr>
            <a:lvl1pPr algn="l">
              <a:defRPr sz="1650" b="0">
                <a:solidFill>
                  <a:srgbClr val="171717"/>
                </a:solidFill>
              </a:defRPr>
            </a:lvl1pPr>
            <a:lvl2pPr algn="l">
              <a:defRPr sz="1650" b="0">
                <a:solidFill>
                  <a:srgbClr val="171717"/>
                </a:solidFill>
              </a:defRPr>
            </a:lvl2pPr>
            <a:lvl3pPr algn="l">
              <a:defRPr sz="1650" b="0">
                <a:solidFill>
                  <a:srgbClr val="171717"/>
                </a:solidFill>
              </a:defRPr>
            </a:lvl3pPr>
            <a:lvl4pPr algn="l">
              <a:defRPr sz="1650" b="0">
                <a:solidFill>
                  <a:srgbClr val="171717"/>
                </a:solidFill>
              </a:defRPr>
            </a:lvl4pPr>
            <a:lvl5pPr algn="l">
              <a:defRPr sz="1650" b="0">
                <a:solidFill>
                  <a:srgbClr val="171717"/>
                </a:solidFill>
              </a:defRPr>
            </a:lvl5pPr>
            <a:lvl6pPr algn="l">
              <a:defRPr sz="1650" b="0">
                <a:solidFill>
                  <a:srgbClr val="171717"/>
                </a:solidFill>
              </a:defRPr>
            </a:lvl6pPr>
            <a:lvl7pPr algn="l">
              <a:defRPr sz="1650" b="0">
                <a:solidFill>
                  <a:srgbClr val="171717"/>
                </a:solidFill>
              </a:defRPr>
            </a:lvl7pPr>
            <a:lvl8pPr algn="l">
              <a:defRPr sz="1650" b="0">
                <a:solidFill>
                  <a:srgbClr val="171717"/>
                </a:solidFill>
              </a:defRPr>
            </a:lvl8pPr>
            <a:lvl9pPr algn="l">
              <a:defRPr sz="1650" b="0">
                <a:solidFill>
                  <a:srgbClr val="171717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71717"/>
                </a:solidFill>
              </a:defRPr>
            </a:pPr>
            <a:r>
              <a:rPr sz="1650" b="0">
                <a:solidFill>
                  <a:srgbClr val="171717"/>
                </a:solidFill>
              </a:rPr>
              <a:t>Feature effects describe model associations, not causes or recommended treatment of an individual.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1184FC-E256-412C-8B78-51818055F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9577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>
                <a:solidFill>
                  <a:srgbClr val="356A8A"/>
                </a:solidFill>
              </a:defRPr>
            </a:defPPr>
            <a:lvl1pPr algn="l">
              <a:defRPr sz="1650" b="1">
                <a:solidFill>
                  <a:srgbClr val="356A8A"/>
                </a:solidFill>
              </a:defRPr>
            </a:lvl1pPr>
            <a:lvl2pPr algn="l">
              <a:defRPr sz="1650" b="1">
                <a:solidFill>
                  <a:srgbClr val="356A8A"/>
                </a:solidFill>
              </a:defRPr>
            </a:lvl2pPr>
            <a:lvl3pPr algn="l">
              <a:defRPr sz="1650" b="1">
                <a:solidFill>
                  <a:srgbClr val="356A8A"/>
                </a:solidFill>
              </a:defRPr>
            </a:lvl3pPr>
            <a:lvl4pPr algn="l">
              <a:defRPr sz="1650" b="1">
                <a:solidFill>
                  <a:srgbClr val="356A8A"/>
                </a:solidFill>
              </a:defRPr>
            </a:lvl4pPr>
            <a:lvl5pPr algn="l">
              <a:defRPr sz="1650" b="1">
                <a:solidFill>
                  <a:srgbClr val="356A8A"/>
                </a:solidFill>
              </a:defRPr>
            </a:lvl5pPr>
            <a:lvl6pPr algn="l">
              <a:defRPr sz="1650" b="1">
                <a:solidFill>
                  <a:srgbClr val="356A8A"/>
                </a:solidFill>
              </a:defRPr>
            </a:lvl6pPr>
            <a:lvl7pPr algn="l">
              <a:defRPr sz="1650" b="1">
                <a:solidFill>
                  <a:srgbClr val="356A8A"/>
                </a:solidFill>
              </a:defRPr>
            </a:lvl7pPr>
            <a:lvl8pPr algn="l">
              <a:defRPr sz="1650" b="1">
                <a:solidFill>
                  <a:srgbClr val="356A8A"/>
                </a:solidFill>
              </a:defRPr>
            </a:lvl8pPr>
            <a:lvl9pPr algn="l">
              <a:defRPr sz="1650" b="1">
                <a:solidFill>
                  <a:srgbClr val="356A8A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356A8A"/>
                </a:solidFill>
              </a:defRPr>
            </a:pPr>
            <a:r>
              <a:rPr sz="1650" b="1">
                <a:solidFill>
                  <a:srgbClr val="356A8A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665037-0678-4820-B38D-27A5B0A02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95775"/>
            <a:ext cx="10058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0">
                <a:solidFill>
                  <a:srgbClr val="171717"/>
                </a:solidFill>
              </a:defRPr>
            </a:defPPr>
            <a:lvl1pPr algn="l">
              <a:defRPr sz="1650" b="0">
                <a:solidFill>
                  <a:srgbClr val="171717"/>
                </a:solidFill>
              </a:defRPr>
            </a:lvl1pPr>
            <a:lvl2pPr algn="l">
              <a:defRPr sz="1650" b="0">
                <a:solidFill>
                  <a:srgbClr val="171717"/>
                </a:solidFill>
              </a:defRPr>
            </a:lvl2pPr>
            <a:lvl3pPr algn="l">
              <a:defRPr sz="1650" b="0">
                <a:solidFill>
                  <a:srgbClr val="171717"/>
                </a:solidFill>
              </a:defRPr>
            </a:lvl3pPr>
            <a:lvl4pPr algn="l">
              <a:defRPr sz="1650" b="0">
                <a:solidFill>
                  <a:srgbClr val="171717"/>
                </a:solidFill>
              </a:defRPr>
            </a:lvl4pPr>
            <a:lvl5pPr algn="l">
              <a:defRPr sz="1650" b="0">
                <a:solidFill>
                  <a:srgbClr val="171717"/>
                </a:solidFill>
              </a:defRPr>
            </a:lvl5pPr>
            <a:lvl6pPr algn="l">
              <a:defRPr sz="1650" b="0">
                <a:solidFill>
                  <a:srgbClr val="171717"/>
                </a:solidFill>
              </a:defRPr>
            </a:lvl6pPr>
            <a:lvl7pPr algn="l">
              <a:defRPr sz="1650" b="0">
                <a:solidFill>
                  <a:srgbClr val="171717"/>
                </a:solidFill>
              </a:defRPr>
            </a:lvl7pPr>
            <a:lvl8pPr algn="l">
              <a:defRPr sz="1650" b="0">
                <a:solidFill>
                  <a:srgbClr val="171717"/>
                </a:solidFill>
              </a:defRPr>
            </a:lvl8pPr>
            <a:lvl9pPr algn="l">
              <a:defRPr sz="1650" b="0">
                <a:solidFill>
                  <a:srgbClr val="171717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71717"/>
                </a:solidFill>
              </a:defRPr>
            </a:pPr>
            <a:r>
              <a:rPr sz="1650" b="0">
                <a:solidFill>
                  <a:srgbClr val="171717"/>
                </a:solidFill>
              </a:rPr>
              <a:t>Production use requires subgroup error analysis, calibration review, privacy controls, and human oversight.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08D406-E7F4-4AFC-B830-00CC272A4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76875"/>
            <a:ext cx="1000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646B70"/>
                </a:solidFill>
              </a:defRPr>
            </a:defPPr>
            <a:lvl1pPr algn="l">
              <a:defRPr sz="1350" b="0">
                <a:solidFill>
                  <a:srgbClr val="646B70"/>
                </a:solidFill>
              </a:defRPr>
            </a:lvl1pPr>
            <a:lvl2pPr algn="l">
              <a:defRPr sz="1350" b="0">
                <a:solidFill>
                  <a:srgbClr val="646B70"/>
                </a:solidFill>
              </a:defRPr>
            </a:lvl2pPr>
            <a:lvl3pPr algn="l">
              <a:defRPr sz="1350" b="0">
                <a:solidFill>
                  <a:srgbClr val="646B70"/>
                </a:solidFill>
              </a:defRPr>
            </a:lvl3pPr>
            <a:lvl4pPr algn="l">
              <a:defRPr sz="1350" b="0">
                <a:solidFill>
                  <a:srgbClr val="646B70"/>
                </a:solidFill>
              </a:defRPr>
            </a:lvl4pPr>
            <a:lvl5pPr algn="l">
              <a:defRPr sz="1350" b="0">
                <a:solidFill>
                  <a:srgbClr val="646B70"/>
                </a:solidFill>
              </a:defRPr>
            </a:lvl5pPr>
            <a:lvl6pPr algn="l">
              <a:defRPr sz="1350" b="0">
                <a:solidFill>
                  <a:srgbClr val="646B70"/>
                </a:solidFill>
              </a:defRPr>
            </a:lvl6pPr>
            <a:lvl7pPr algn="l">
              <a:defRPr sz="1350" b="0">
                <a:solidFill>
                  <a:srgbClr val="646B70"/>
                </a:solidFill>
              </a:defRPr>
            </a:lvl7pPr>
            <a:lvl8pPr algn="l">
              <a:defRPr sz="1350" b="0">
                <a:solidFill>
                  <a:srgbClr val="646B70"/>
                </a:solidFill>
              </a:defRPr>
            </a:lvl8pPr>
            <a:lvl9pPr algn="l">
              <a:defRPr sz="1350" b="0">
                <a:solidFill>
                  <a:srgbClr val="646B70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46B70"/>
                </a:solidFill>
              </a:defRPr>
            </a:pPr>
            <a:r>
              <a:rPr sz="1350" b="0">
                <a:solidFill>
                  <a:srgbClr val="646B70"/>
                </a:solidFill>
              </a:rPr>
              <a:t>The repository includes a SHAP summary image and the exact fitted preprocessing pipeline.</a:t>
            </a:r>
          </a:p>
        </p:txBody>
      </p:sp>
    </p:spTree>
    <p:extLst>
      <p:ext uri="{BB962C8B-B14F-4D97-AF65-F5344CB8AC3E}">
        <p14:creationId xmlns:p14="http://schemas.microsoft.com/office/powerpoint/2010/main" val="3716870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950131-71DB-409A-9228-15A6DE37E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8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6E31CF-F551-4FF8-8CAC-AE4945796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400" b="1">
                <a:solidFill>
                  <a:srgbClr val="171717"/>
                </a:solidFill>
              </a:defRPr>
            </a:defPPr>
            <a:lvl1pPr algn="l">
              <a:defRPr sz="2400" b="1">
                <a:solidFill>
                  <a:srgbClr val="171717"/>
                </a:solidFill>
              </a:defRPr>
            </a:lvl1pPr>
            <a:lvl2pPr algn="l">
              <a:defRPr sz="2400" b="1">
                <a:solidFill>
                  <a:srgbClr val="171717"/>
                </a:solidFill>
              </a:defRPr>
            </a:lvl2pPr>
            <a:lvl3pPr algn="l">
              <a:defRPr sz="2400" b="1">
                <a:solidFill>
                  <a:srgbClr val="171717"/>
                </a:solidFill>
              </a:defRPr>
            </a:lvl3pPr>
            <a:lvl4pPr algn="l">
              <a:defRPr sz="2400" b="1">
                <a:solidFill>
                  <a:srgbClr val="171717"/>
                </a:solidFill>
              </a:defRPr>
            </a:lvl4pPr>
            <a:lvl5pPr algn="l">
              <a:defRPr sz="2400" b="1">
                <a:solidFill>
                  <a:srgbClr val="171717"/>
                </a:solidFill>
              </a:defRPr>
            </a:lvl5pPr>
            <a:lvl6pPr algn="l">
              <a:defRPr sz="2400" b="1">
                <a:solidFill>
                  <a:srgbClr val="171717"/>
                </a:solidFill>
              </a:defRPr>
            </a:lvl6pPr>
            <a:lvl7pPr algn="l">
              <a:defRPr sz="2400" b="1">
                <a:solidFill>
                  <a:srgbClr val="171717"/>
                </a:solidFill>
              </a:defRPr>
            </a:lvl7pPr>
            <a:lvl8pPr algn="l">
              <a:defRPr sz="2400" b="1">
                <a:solidFill>
                  <a:srgbClr val="171717"/>
                </a:solidFill>
              </a:defRPr>
            </a:lvl8pPr>
            <a:lvl9pPr algn="l">
              <a:defRPr sz="2400" b="1">
                <a:solidFill>
                  <a:srgbClr val="171717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</a:rPr>
              <a:t>Platform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AAFE00-9D94-41B8-980C-2FF3143B9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00" b="0">
                <a:solidFill>
                  <a:srgbClr val="646B70"/>
                </a:solidFill>
              </a:defRPr>
            </a:defPPr>
            <a:lvl1pPr algn="r">
              <a:defRPr sz="900" b="0">
                <a:solidFill>
                  <a:srgbClr val="646B70"/>
                </a:solidFill>
              </a:defRPr>
            </a:lvl1pPr>
            <a:lvl2pPr algn="r">
              <a:defRPr sz="900" b="0">
                <a:solidFill>
                  <a:srgbClr val="646B70"/>
                </a:solidFill>
              </a:defRPr>
            </a:lvl2pPr>
            <a:lvl3pPr algn="r">
              <a:defRPr sz="900" b="0">
                <a:solidFill>
                  <a:srgbClr val="646B70"/>
                </a:solidFill>
              </a:defRPr>
            </a:lvl3pPr>
            <a:lvl4pPr algn="r">
              <a:defRPr sz="900" b="0">
                <a:solidFill>
                  <a:srgbClr val="646B70"/>
                </a:solidFill>
              </a:defRPr>
            </a:lvl4pPr>
            <a:lvl5pPr algn="r">
              <a:defRPr sz="900" b="0">
                <a:solidFill>
                  <a:srgbClr val="646B70"/>
                </a:solidFill>
              </a:defRPr>
            </a:lvl5pPr>
            <a:lvl6pPr algn="r">
              <a:defRPr sz="900" b="0">
                <a:solidFill>
                  <a:srgbClr val="646B70"/>
                </a:solidFill>
              </a:defRPr>
            </a:lvl6pPr>
            <a:lvl7pPr algn="r">
              <a:defRPr sz="900" b="0">
                <a:solidFill>
                  <a:srgbClr val="646B70"/>
                </a:solidFill>
              </a:defRPr>
            </a:lvl7pPr>
            <a:lvl8pPr algn="r">
              <a:defRPr sz="900" b="0">
                <a:solidFill>
                  <a:srgbClr val="646B70"/>
                </a:solidFill>
              </a:defRPr>
            </a:lvl8pPr>
            <a:lvl9pPr algn="r">
              <a:defRPr sz="900" b="0">
                <a:solidFill>
                  <a:srgbClr val="646B70"/>
                </a:solidFill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646B70"/>
                </a:solidFill>
              </a:defRPr>
            </a:pPr>
            <a:r>
              <a:rPr sz="900" b="0">
                <a:solidFill>
                  <a:srgbClr val="646B70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E97126-6723-465B-910D-A88D342D8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1809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5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36E7F6-914C-49E2-B7AA-F5D2C9B49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1581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171717"/>
                </a:solidFill>
              </a:defRPr>
            </a:defPPr>
            <a:lvl1pPr algn="ctr">
              <a:defRPr sz="1425" b="1">
                <a:solidFill>
                  <a:srgbClr val="171717"/>
                </a:solidFill>
              </a:defRPr>
            </a:lvl1pPr>
            <a:lvl2pPr algn="ctr">
              <a:defRPr sz="1425" b="1">
                <a:solidFill>
                  <a:srgbClr val="171717"/>
                </a:solidFill>
              </a:defRPr>
            </a:lvl2pPr>
            <a:lvl3pPr algn="ctr">
              <a:defRPr sz="1425" b="1">
                <a:solidFill>
                  <a:srgbClr val="171717"/>
                </a:solidFill>
              </a:defRPr>
            </a:lvl3pPr>
            <a:lvl4pPr algn="ctr">
              <a:defRPr sz="1425" b="1">
                <a:solidFill>
                  <a:srgbClr val="171717"/>
                </a:solidFill>
              </a:defRPr>
            </a:lvl4pPr>
            <a:lvl5pPr algn="ctr">
              <a:defRPr sz="1425" b="1">
                <a:solidFill>
                  <a:srgbClr val="171717"/>
                </a:solidFill>
              </a:defRPr>
            </a:lvl5pPr>
            <a:lvl6pPr algn="ctr">
              <a:defRPr sz="1425" b="1">
                <a:solidFill>
                  <a:srgbClr val="171717"/>
                </a:solidFill>
              </a:defRPr>
            </a:lvl6pPr>
            <a:lvl7pPr algn="ctr">
              <a:defRPr sz="1425" b="1">
                <a:solidFill>
                  <a:srgbClr val="171717"/>
                </a:solidFill>
              </a:defRPr>
            </a:lvl7pPr>
            <a:lvl8pPr algn="ctr">
              <a:defRPr sz="1425" b="1">
                <a:solidFill>
                  <a:srgbClr val="171717"/>
                </a:solidFill>
              </a:defRPr>
            </a:lvl8pPr>
            <a:lvl9pPr algn="ctr">
              <a:defRPr sz="1425" b="1">
                <a:solidFill>
                  <a:srgbClr val="171717"/>
                </a:solidFill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171717"/>
                </a:solidFill>
              </a:defRPr>
            </a:pPr>
            <a:r>
              <a:rPr sz="1425" b="1">
                <a:solidFill>
                  <a:srgbClr val="171717"/>
                </a:solidFill>
              </a:rPr>
              <a:t>HR 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A811A1-C397-42EF-8EC3-981957D00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000250"/>
            <a:ext cx="2000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5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193153-633C-4BFF-8061-B12622196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171700"/>
            <a:ext cx="1771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171717"/>
                </a:solidFill>
              </a:defRPr>
            </a:defPPr>
            <a:lvl1pPr algn="ctr">
              <a:defRPr sz="1425" b="1">
                <a:solidFill>
                  <a:srgbClr val="171717"/>
                </a:solidFill>
              </a:defRPr>
            </a:lvl1pPr>
            <a:lvl2pPr algn="ctr">
              <a:defRPr sz="1425" b="1">
                <a:solidFill>
                  <a:srgbClr val="171717"/>
                </a:solidFill>
              </a:defRPr>
            </a:lvl2pPr>
            <a:lvl3pPr algn="ctr">
              <a:defRPr sz="1425" b="1">
                <a:solidFill>
                  <a:srgbClr val="171717"/>
                </a:solidFill>
              </a:defRPr>
            </a:lvl3pPr>
            <a:lvl4pPr algn="ctr">
              <a:defRPr sz="1425" b="1">
                <a:solidFill>
                  <a:srgbClr val="171717"/>
                </a:solidFill>
              </a:defRPr>
            </a:lvl4pPr>
            <a:lvl5pPr algn="ctr">
              <a:defRPr sz="1425" b="1">
                <a:solidFill>
                  <a:srgbClr val="171717"/>
                </a:solidFill>
              </a:defRPr>
            </a:lvl5pPr>
            <a:lvl6pPr algn="ctr">
              <a:defRPr sz="1425" b="1">
                <a:solidFill>
                  <a:srgbClr val="171717"/>
                </a:solidFill>
              </a:defRPr>
            </a:lvl6pPr>
            <a:lvl7pPr algn="ctr">
              <a:defRPr sz="1425" b="1">
                <a:solidFill>
                  <a:srgbClr val="171717"/>
                </a:solidFill>
              </a:defRPr>
            </a:lvl7pPr>
            <a:lvl8pPr algn="ctr">
              <a:defRPr sz="1425" b="1">
                <a:solidFill>
                  <a:srgbClr val="171717"/>
                </a:solidFill>
              </a:defRPr>
            </a:lvl8pPr>
            <a:lvl9pPr algn="ctr">
              <a:defRPr sz="1425" b="1">
                <a:solidFill>
                  <a:srgbClr val="171717"/>
                </a:solidFill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171717"/>
                </a:solidFill>
              </a:defRPr>
            </a:pPr>
            <a:r>
              <a:rPr sz="1425" b="1">
                <a:solidFill>
                  <a:srgbClr val="171717"/>
                </a:solidFill>
              </a:rPr>
              <a:t>Preprocessing</a:t>
            </a:r>
          </a:p>
          <a:p xmlns:a="http://schemas.openxmlformats.org/drawingml/2006/main">
            <a:pPr algn="ctr">
              <a:defRPr sz="1425" b="1">
                <a:solidFill>
                  <a:srgbClr val="171717"/>
                </a:solidFill>
              </a:defRPr>
            </a:pPr>
            <a:r>
              <a:rPr sz="1425" b="1">
                <a:solidFill>
                  <a:srgbClr val="171717"/>
                </a:solidFill>
              </a:rPr>
              <a:t>and training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60C4CB-C943-43EF-958B-0B05099C7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00250"/>
            <a:ext cx="1809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84C"/>
          </a:solidFill>
          <a:ln xmlns:a="http://schemas.openxmlformats.org/drawingml/2006/main" w="9525">
            <a:solidFill>
              <a:srgbClr val="18384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439163-80FA-46A2-AFB7-0B9665362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171700"/>
            <a:ext cx="1581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</a:defRPr>
            </a:defPPr>
            <a:lvl1pPr algn="ctr">
              <a:defRPr sz="1425" b="1">
                <a:solidFill>
                  <a:srgbClr val="FFFFFF"/>
                </a:solidFill>
              </a:defRPr>
            </a:lvl1pPr>
            <a:lvl2pPr algn="ctr">
              <a:defRPr sz="1425" b="1">
                <a:solidFill>
                  <a:srgbClr val="FFFFFF"/>
                </a:solidFill>
              </a:defRPr>
            </a:lvl2pPr>
            <a:lvl3pPr algn="ctr">
              <a:defRPr sz="1425" b="1">
                <a:solidFill>
                  <a:srgbClr val="FFFFFF"/>
                </a:solidFill>
              </a:defRPr>
            </a:lvl3pPr>
            <a:lvl4pPr algn="ctr">
              <a:defRPr sz="1425" b="1">
                <a:solidFill>
                  <a:srgbClr val="FFFFFF"/>
                </a:solidFill>
              </a:defRPr>
            </a:lvl4pPr>
            <a:lvl5pPr algn="ctr">
              <a:defRPr sz="1425" b="1">
                <a:solidFill>
                  <a:srgbClr val="FFFFFF"/>
                </a:solidFill>
              </a:defRPr>
            </a:lvl5pPr>
            <a:lvl6pPr algn="ctr">
              <a:defRPr sz="1425" b="1">
                <a:solidFill>
                  <a:srgbClr val="FFFFFF"/>
                </a:solidFill>
              </a:defRPr>
            </a:lvl6pPr>
            <a:lvl7pPr algn="ctr">
              <a:defRPr sz="1425" b="1">
                <a:solidFill>
                  <a:srgbClr val="FFFFFF"/>
                </a:solidFill>
              </a:defRPr>
            </a:lvl7pPr>
            <a:lvl8pPr algn="ctr">
              <a:defRPr sz="1425" b="1">
                <a:solidFill>
                  <a:srgbClr val="FFFFFF"/>
                </a:solidFill>
              </a:defRPr>
            </a:lvl8pPr>
            <a:lvl9pPr algn="ctr">
              <a:defRPr sz="14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Saved model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34425A-4EEB-4442-8BD2-918088BE7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285875"/>
            <a:ext cx="1905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5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C60705-E17D-4649-8FFC-DA700A792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1457325"/>
            <a:ext cx="1676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171717"/>
                </a:solidFill>
              </a:defRPr>
            </a:defPPr>
            <a:lvl1pPr algn="ctr">
              <a:defRPr sz="1425" b="1">
                <a:solidFill>
                  <a:srgbClr val="171717"/>
                </a:solidFill>
              </a:defRPr>
            </a:lvl1pPr>
            <a:lvl2pPr algn="ctr">
              <a:defRPr sz="1425" b="1">
                <a:solidFill>
                  <a:srgbClr val="171717"/>
                </a:solidFill>
              </a:defRPr>
            </a:lvl2pPr>
            <a:lvl3pPr algn="ctr">
              <a:defRPr sz="1425" b="1">
                <a:solidFill>
                  <a:srgbClr val="171717"/>
                </a:solidFill>
              </a:defRPr>
            </a:lvl3pPr>
            <a:lvl4pPr algn="ctr">
              <a:defRPr sz="1425" b="1">
                <a:solidFill>
                  <a:srgbClr val="171717"/>
                </a:solidFill>
              </a:defRPr>
            </a:lvl4pPr>
            <a:lvl5pPr algn="ctr">
              <a:defRPr sz="1425" b="1">
                <a:solidFill>
                  <a:srgbClr val="171717"/>
                </a:solidFill>
              </a:defRPr>
            </a:lvl5pPr>
            <a:lvl6pPr algn="ctr">
              <a:defRPr sz="1425" b="1">
                <a:solidFill>
                  <a:srgbClr val="171717"/>
                </a:solidFill>
              </a:defRPr>
            </a:lvl6pPr>
            <a:lvl7pPr algn="ctr">
              <a:defRPr sz="1425" b="1">
                <a:solidFill>
                  <a:srgbClr val="171717"/>
                </a:solidFill>
              </a:defRPr>
            </a:lvl7pPr>
            <a:lvl8pPr algn="ctr">
              <a:defRPr sz="1425" b="1">
                <a:solidFill>
                  <a:srgbClr val="171717"/>
                </a:solidFill>
              </a:defRPr>
            </a:lvl8pPr>
            <a:lvl9pPr algn="ctr">
              <a:defRPr sz="1425" b="1">
                <a:solidFill>
                  <a:srgbClr val="171717"/>
                </a:solidFill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171717"/>
                </a:solidFill>
              </a:defRPr>
            </a:pPr>
            <a:r>
              <a:rPr sz="1425" b="1">
                <a:solidFill>
                  <a:srgbClr val="171717"/>
                </a:solidFill>
              </a:rPr>
              <a:t>FastAPI</a:t>
            </a:r>
          </a:p>
          <a:p xmlns:a="http://schemas.openxmlformats.org/drawingml/2006/main">
            <a:pPr algn="ctr">
              <a:defRPr sz="1425" b="1">
                <a:solidFill>
                  <a:srgbClr val="171717"/>
                </a:solidFill>
              </a:defRPr>
            </a:pPr>
            <a:r>
              <a:rPr sz="1425" b="1">
                <a:solidFill>
                  <a:srgbClr val="171717"/>
                </a:solidFill>
              </a:rPr>
              <a:t>scoring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50EA02-4DA8-46B8-A71F-3CF6DDB2E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143250"/>
            <a:ext cx="1905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5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CD016A-3CE5-4639-B34A-0254F1A39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314700"/>
            <a:ext cx="1676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171717"/>
                </a:solidFill>
              </a:defRPr>
            </a:defPPr>
            <a:lvl1pPr algn="ctr">
              <a:defRPr sz="1425" b="1">
                <a:solidFill>
                  <a:srgbClr val="171717"/>
                </a:solidFill>
              </a:defRPr>
            </a:lvl1pPr>
            <a:lvl2pPr algn="ctr">
              <a:defRPr sz="1425" b="1">
                <a:solidFill>
                  <a:srgbClr val="171717"/>
                </a:solidFill>
              </a:defRPr>
            </a:lvl2pPr>
            <a:lvl3pPr algn="ctr">
              <a:defRPr sz="1425" b="1">
                <a:solidFill>
                  <a:srgbClr val="171717"/>
                </a:solidFill>
              </a:defRPr>
            </a:lvl3pPr>
            <a:lvl4pPr algn="ctr">
              <a:defRPr sz="1425" b="1">
                <a:solidFill>
                  <a:srgbClr val="171717"/>
                </a:solidFill>
              </a:defRPr>
            </a:lvl4pPr>
            <a:lvl5pPr algn="ctr">
              <a:defRPr sz="1425" b="1">
                <a:solidFill>
                  <a:srgbClr val="171717"/>
                </a:solidFill>
              </a:defRPr>
            </a:lvl5pPr>
            <a:lvl6pPr algn="ctr">
              <a:defRPr sz="1425" b="1">
                <a:solidFill>
                  <a:srgbClr val="171717"/>
                </a:solidFill>
              </a:defRPr>
            </a:lvl6pPr>
            <a:lvl7pPr algn="ctr">
              <a:defRPr sz="1425" b="1">
                <a:solidFill>
                  <a:srgbClr val="171717"/>
                </a:solidFill>
              </a:defRPr>
            </a:lvl7pPr>
            <a:lvl8pPr algn="ctr">
              <a:defRPr sz="1425" b="1">
                <a:solidFill>
                  <a:srgbClr val="171717"/>
                </a:solidFill>
              </a:defRPr>
            </a:lvl8pPr>
            <a:lvl9pPr algn="ctr">
              <a:defRPr sz="1425" b="1">
                <a:solidFill>
                  <a:srgbClr val="171717"/>
                </a:solidFill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171717"/>
                </a:solidFill>
              </a:defRPr>
            </a:pPr>
            <a:r>
              <a:rPr sz="1425" b="1">
                <a:solidFill>
                  <a:srgbClr val="171717"/>
                </a:solidFill>
              </a:rPr>
              <a:t>Streamlit</a:t>
            </a:r>
          </a:p>
          <a:p xmlns:a="http://schemas.openxmlformats.org/drawingml/2006/main">
            <a:pPr algn="ctr">
              <a:defRPr sz="1425" b="1">
                <a:solidFill>
                  <a:srgbClr val="171717"/>
                </a:solidFill>
              </a:defRPr>
            </a:pPr>
            <a:r>
              <a:rPr sz="1425" b="1">
                <a:solidFill>
                  <a:srgbClr val="171717"/>
                </a:solidFill>
              </a:rPr>
              <a:t>dashboard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38B36E-32EE-44E8-B7E1-2561A45A0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000250"/>
            <a:ext cx="1524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5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988A23-0EC6-444F-8740-154508B7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171700"/>
            <a:ext cx="1295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171717"/>
                </a:solidFill>
              </a:defRPr>
            </a:defPPr>
            <a:lvl1pPr algn="ctr">
              <a:defRPr sz="1425" b="1">
                <a:solidFill>
                  <a:srgbClr val="171717"/>
                </a:solidFill>
              </a:defRPr>
            </a:lvl1pPr>
            <a:lvl2pPr algn="ctr">
              <a:defRPr sz="1425" b="1">
                <a:solidFill>
                  <a:srgbClr val="171717"/>
                </a:solidFill>
              </a:defRPr>
            </a:lvl2pPr>
            <a:lvl3pPr algn="ctr">
              <a:defRPr sz="1425" b="1">
                <a:solidFill>
                  <a:srgbClr val="171717"/>
                </a:solidFill>
              </a:defRPr>
            </a:lvl3pPr>
            <a:lvl4pPr algn="ctr">
              <a:defRPr sz="1425" b="1">
                <a:solidFill>
                  <a:srgbClr val="171717"/>
                </a:solidFill>
              </a:defRPr>
            </a:lvl4pPr>
            <a:lvl5pPr algn="ctr">
              <a:defRPr sz="1425" b="1">
                <a:solidFill>
                  <a:srgbClr val="171717"/>
                </a:solidFill>
              </a:defRPr>
            </a:lvl5pPr>
            <a:lvl6pPr algn="ctr">
              <a:defRPr sz="1425" b="1">
                <a:solidFill>
                  <a:srgbClr val="171717"/>
                </a:solidFill>
              </a:defRPr>
            </a:lvl6pPr>
            <a:lvl7pPr algn="ctr">
              <a:defRPr sz="1425" b="1">
                <a:solidFill>
                  <a:srgbClr val="171717"/>
                </a:solidFill>
              </a:defRPr>
            </a:lvl7pPr>
            <a:lvl8pPr algn="ctr">
              <a:defRPr sz="1425" b="1">
                <a:solidFill>
                  <a:srgbClr val="171717"/>
                </a:solidFill>
              </a:defRPr>
            </a:lvl8pPr>
            <a:lvl9pPr algn="ctr">
              <a:defRPr sz="1425" b="1">
                <a:solidFill>
                  <a:srgbClr val="171717"/>
                </a:solidFill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171717"/>
                </a:solidFill>
              </a:defRPr>
            </a:pPr>
            <a:r>
              <a:rPr sz="1425" b="1">
                <a:solidFill>
                  <a:srgbClr val="171717"/>
                </a:solidFill>
              </a:rPr>
              <a:t>HR review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189A59-6632-490B-A736-C10400932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400300"/>
            <a:ext cx="428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8BE9FB-8133-4EEF-A363-EBFED4925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400300"/>
            <a:ext cx="428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0DB432-3E77-4773-80E7-9068C36DF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00300"/>
            <a:ext cx="428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8893CC-936D-4996-8288-70B8BAE63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57450"/>
            <a:ext cx="428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0BB770-75F5-43DB-850D-AC0DF9F9E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1714500"/>
            <a:ext cx="428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4A4AFB-82D3-423A-ACB1-74F69D92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571875"/>
            <a:ext cx="428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5CC491-2535-4A01-93F5-7498AF739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76250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00" b="0">
                <a:solidFill>
                  <a:srgbClr val="646B70"/>
                </a:solidFill>
              </a:defRPr>
            </a:defPPr>
            <a:lvl1pPr algn="ctr">
              <a:defRPr sz="1500" b="0">
                <a:solidFill>
                  <a:srgbClr val="646B70"/>
                </a:solidFill>
              </a:defRPr>
            </a:lvl1pPr>
            <a:lvl2pPr algn="ctr">
              <a:defRPr sz="1500" b="0">
                <a:solidFill>
                  <a:srgbClr val="646B70"/>
                </a:solidFill>
              </a:defRPr>
            </a:lvl2pPr>
            <a:lvl3pPr algn="ctr">
              <a:defRPr sz="1500" b="0">
                <a:solidFill>
                  <a:srgbClr val="646B70"/>
                </a:solidFill>
              </a:defRPr>
            </a:lvl3pPr>
            <a:lvl4pPr algn="ctr">
              <a:defRPr sz="1500" b="0">
                <a:solidFill>
                  <a:srgbClr val="646B70"/>
                </a:solidFill>
              </a:defRPr>
            </a:lvl4pPr>
            <a:lvl5pPr algn="ctr">
              <a:defRPr sz="1500" b="0">
                <a:solidFill>
                  <a:srgbClr val="646B70"/>
                </a:solidFill>
              </a:defRPr>
            </a:lvl5pPr>
            <a:lvl6pPr algn="ctr">
              <a:defRPr sz="1500" b="0">
                <a:solidFill>
                  <a:srgbClr val="646B70"/>
                </a:solidFill>
              </a:defRPr>
            </a:lvl6pPr>
            <a:lvl7pPr algn="ctr">
              <a:defRPr sz="1500" b="0">
                <a:solidFill>
                  <a:srgbClr val="646B70"/>
                </a:solidFill>
              </a:defRPr>
            </a:lvl7pPr>
            <a:lvl8pPr algn="ctr">
              <a:defRPr sz="1500" b="0">
                <a:solidFill>
                  <a:srgbClr val="646B70"/>
                </a:solidFill>
              </a:defRPr>
            </a:lvl8pPr>
            <a:lvl9pPr algn="ctr">
              <a:defRPr sz="1500" b="0">
                <a:solidFill>
                  <a:srgbClr val="646B70"/>
                </a:solidFill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646B70"/>
                </a:solidFill>
              </a:defRPr>
            </a:pPr>
            <a:r>
              <a:rPr sz="1500" b="0">
                <a:solidFill>
                  <a:srgbClr val="646B70"/>
                </a:solidFill>
              </a:rPr>
              <a:t>Scheduled retraining repeats training and requires metric review before model promotion.</a:t>
            </a:r>
          </a:p>
        </p:txBody>
      </p:sp>
    </p:spTree>
    <p:extLst>
      <p:ext uri="{BB962C8B-B14F-4D97-AF65-F5344CB8AC3E}">
        <p14:creationId xmlns:p14="http://schemas.microsoft.com/office/powerpoint/2010/main" val="19715479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CA1B73-F77D-4F64-BFAA-480631AD4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8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FA83DA-E59F-4872-B36F-F08BB8136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400" b="1">
                <a:solidFill>
                  <a:srgbClr val="171717"/>
                </a:solidFill>
              </a:defRPr>
            </a:defPPr>
            <a:lvl1pPr algn="l">
              <a:defRPr sz="2400" b="1">
                <a:solidFill>
                  <a:srgbClr val="171717"/>
                </a:solidFill>
              </a:defRPr>
            </a:lvl1pPr>
            <a:lvl2pPr algn="l">
              <a:defRPr sz="2400" b="1">
                <a:solidFill>
                  <a:srgbClr val="171717"/>
                </a:solidFill>
              </a:defRPr>
            </a:lvl2pPr>
            <a:lvl3pPr algn="l">
              <a:defRPr sz="2400" b="1">
                <a:solidFill>
                  <a:srgbClr val="171717"/>
                </a:solidFill>
              </a:defRPr>
            </a:lvl3pPr>
            <a:lvl4pPr algn="l">
              <a:defRPr sz="2400" b="1">
                <a:solidFill>
                  <a:srgbClr val="171717"/>
                </a:solidFill>
              </a:defRPr>
            </a:lvl4pPr>
            <a:lvl5pPr algn="l">
              <a:defRPr sz="2400" b="1">
                <a:solidFill>
                  <a:srgbClr val="171717"/>
                </a:solidFill>
              </a:defRPr>
            </a:lvl5pPr>
            <a:lvl6pPr algn="l">
              <a:defRPr sz="2400" b="1">
                <a:solidFill>
                  <a:srgbClr val="171717"/>
                </a:solidFill>
              </a:defRPr>
            </a:lvl6pPr>
            <a:lvl7pPr algn="l">
              <a:defRPr sz="2400" b="1">
                <a:solidFill>
                  <a:srgbClr val="171717"/>
                </a:solidFill>
              </a:defRPr>
            </a:lvl7pPr>
            <a:lvl8pPr algn="l">
              <a:defRPr sz="2400" b="1">
                <a:solidFill>
                  <a:srgbClr val="171717"/>
                </a:solidFill>
              </a:defRPr>
            </a:lvl8pPr>
            <a:lvl9pPr algn="l">
              <a:defRPr sz="2400" b="1">
                <a:solidFill>
                  <a:srgbClr val="171717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</a:rPr>
              <a:t>API and dashboard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F91E11-A363-4F41-B934-EA39B648D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00" b="0">
                <a:solidFill>
                  <a:srgbClr val="646B70"/>
                </a:solidFill>
              </a:defRPr>
            </a:defPPr>
            <a:lvl1pPr algn="r">
              <a:defRPr sz="900" b="0">
                <a:solidFill>
                  <a:srgbClr val="646B70"/>
                </a:solidFill>
              </a:defRPr>
            </a:lvl1pPr>
            <a:lvl2pPr algn="r">
              <a:defRPr sz="900" b="0">
                <a:solidFill>
                  <a:srgbClr val="646B70"/>
                </a:solidFill>
              </a:defRPr>
            </a:lvl2pPr>
            <a:lvl3pPr algn="r">
              <a:defRPr sz="900" b="0">
                <a:solidFill>
                  <a:srgbClr val="646B70"/>
                </a:solidFill>
              </a:defRPr>
            </a:lvl3pPr>
            <a:lvl4pPr algn="r">
              <a:defRPr sz="900" b="0">
                <a:solidFill>
                  <a:srgbClr val="646B70"/>
                </a:solidFill>
              </a:defRPr>
            </a:lvl4pPr>
            <a:lvl5pPr algn="r">
              <a:defRPr sz="900" b="0">
                <a:solidFill>
                  <a:srgbClr val="646B70"/>
                </a:solidFill>
              </a:defRPr>
            </a:lvl5pPr>
            <a:lvl6pPr algn="r">
              <a:defRPr sz="900" b="0">
                <a:solidFill>
                  <a:srgbClr val="646B70"/>
                </a:solidFill>
              </a:defRPr>
            </a:lvl6pPr>
            <a:lvl7pPr algn="r">
              <a:defRPr sz="900" b="0">
                <a:solidFill>
                  <a:srgbClr val="646B70"/>
                </a:solidFill>
              </a:defRPr>
            </a:lvl7pPr>
            <a:lvl8pPr algn="r">
              <a:defRPr sz="900" b="0">
                <a:solidFill>
                  <a:srgbClr val="646B70"/>
                </a:solidFill>
              </a:defRPr>
            </a:lvl8pPr>
            <a:lvl9pPr algn="r">
              <a:defRPr sz="900" b="0">
                <a:solidFill>
                  <a:srgbClr val="646B70"/>
                </a:solidFill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646B70"/>
                </a:solidFill>
              </a:defRPr>
            </a:pPr>
            <a:r>
              <a:rPr sz="900" b="0">
                <a:solidFill>
                  <a:srgbClr val="646B70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3DBB41-D07C-4E63-A620-35E96577C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438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025" b="1">
                <a:solidFill>
                  <a:srgbClr val="18384C"/>
                </a:solidFill>
              </a:defRPr>
            </a:defPPr>
            <a:lvl1pPr algn="l">
              <a:defRPr sz="2025" b="1">
                <a:solidFill>
                  <a:srgbClr val="18384C"/>
                </a:solidFill>
              </a:defRPr>
            </a:lvl1pPr>
            <a:lvl2pPr algn="l">
              <a:defRPr sz="2025" b="1">
                <a:solidFill>
                  <a:srgbClr val="18384C"/>
                </a:solidFill>
              </a:defRPr>
            </a:lvl2pPr>
            <a:lvl3pPr algn="l">
              <a:defRPr sz="2025" b="1">
                <a:solidFill>
                  <a:srgbClr val="18384C"/>
                </a:solidFill>
              </a:defRPr>
            </a:lvl3pPr>
            <a:lvl4pPr algn="l">
              <a:defRPr sz="2025" b="1">
                <a:solidFill>
                  <a:srgbClr val="18384C"/>
                </a:solidFill>
              </a:defRPr>
            </a:lvl4pPr>
            <a:lvl5pPr algn="l">
              <a:defRPr sz="2025" b="1">
                <a:solidFill>
                  <a:srgbClr val="18384C"/>
                </a:solidFill>
              </a:defRPr>
            </a:lvl5pPr>
            <a:lvl6pPr algn="l">
              <a:defRPr sz="2025" b="1">
                <a:solidFill>
                  <a:srgbClr val="18384C"/>
                </a:solidFill>
              </a:defRPr>
            </a:lvl6pPr>
            <a:lvl7pPr algn="l">
              <a:defRPr sz="2025" b="1">
                <a:solidFill>
                  <a:srgbClr val="18384C"/>
                </a:solidFill>
              </a:defRPr>
            </a:lvl7pPr>
            <a:lvl8pPr algn="l">
              <a:defRPr sz="2025" b="1">
                <a:solidFill>
                  <a:srgbClr val="18384C"/>
                </a:solidFill>
              </a:defRPr>
            </a:lvl8pPr>
            <a:lvl9pPr algn="l">
              <a:defRPr sz="2025" b="1">
                <a:solidFill>
                  <a:srgbClr val="18384C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8384C"/>
                </a:solidFill>
              </a:defRPr>
            </a:pPr>
            <a:r>
              <a:rPr sz="2025" b="1">
                <a:solidFill>
                  <a:srgbClr val="18384C"/>
                </a:solidFill>
              </a:rPr>
              <a:t>FastAPI scoring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91FA5E-E11E-43CB-A0B9-BB3B139D3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>
                <a:solidFill>
                  <a:srgbClr val="356A8A"/>
                </a:solidFill>
              </a:defRPr>
            </a:defPPr>
            <a:lvl1pPr algn="l">
              <a:defRPr sz="1425" b="1">
                <a:solidFill>
                  <a:srgbClr val="356A8A"/>
                </a:solidFill>
              </a:defRPr>
            </a:lvl1pPr>
            <a:lvl2pPr algn="l">
              <a:defRPr sz="1425" b="1">
                <a:solidFill>
                  <a:srgbClr val="356A8A"/>
                </a:solidFill>
              </a:defRPr>
            </a:lvl2pPr>
            <a:lvl3pPr algn="l">
              <a:defRPr sz="1425" b="1">
                <a:solidFill>
                  <a:srgbClr val="356A8A"/>
                </a:solidFill>
              </a:defRPr>
            </a:lvl3pPr>
            <a:lvl4pPr algn="l">
              <a:defRPr sz="1425" b="1">
                <a:solidFill>
                  <a:srgbClr val="356A8A"/>
                </a:solidFill>
              </a:defRPr>
            </a:lvl4pPr>
            <a:lvl5pPr algn="l">
              <a:defRPr sz="1425" b="1">
                <a:solidFill>
                  <a:srgbClr val="356A8A"/>
                </a:solidFill>
              </a:defRPr>
            </a:lvl5pPr>
            <a:lvl6pPr algn="l">
              <a:defRPr sz="1425" b="1">
                <a:solidFill>
                  <a:srgbClr val="356A8A"/>
                </a:solidFill>
              </a:defRPr>
            </a:lvl6pPr>
            <a:lvl7pPr algn="l">
              <a:defRPr sz="1425" b="1">
                <a:solidFill>
                  <a:srgbClr val="356A8A"/>
                </a:solidFill>
              </a:defRPr>
            </a:lvl7pPr>
            <a:lvl8pPr algn="l">
              <a:defRPr sz="1425" b="1">
                <a:solidFill>
                  <a:srgbClr val="356A8A"/>
                </a:solidFill>
              </a:defRPr>
            </a:lvl8pPr>
            <a:lvl9pPr algn="l">
              <a:defRPr sz="1425" b="1">
                <a:solidFill>
                  <a:srgbClr val="356A8A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356A8A"/>
                </a:solidFill>
              </a:defRPr>
            </a:pPr>
            <a:r>
              <a:rPr sz="1425" b="1">
                <a:solidFill>
                  <a:srgbClr val="356A8A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632881-98A3-406B-A699-80E544C0F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43125"/>
            <a:ext cx="4152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171717"/>
                </a:solidFill>
              </a:defRPr>
            </a:defPPr>
            <a:lvl1pPr algn="l">
              <a:defRPr sz="1425" b="0">
                <a:solidFill>
                  <a:srgbClr val="171717"/>
                </a:solidFill>
              </a:defRPr>
            </a:lvl1pPr>
            <a:lvl2pPr algn="l">
              <a:defRPr sz="1425" b="0">
                <a:solidFill>
                  <a:srgbClr val="171717"/>
                </a:solidFill>
              </a:defRPr>
            </a:lvl2pPr>
            <a:lvl3pPr algn="l">
              <a:defRPr sz="1425" b="0">
                <a:solidFill>
                  <a:srgbClr val="171717"/>
                </a:solidFill>
              </a:defRPr>
            </a:lvl3pPr>
            <a:lvl4pPr algn="l">
              <a:defRPr sz="1425" b="0">
                <a:solidFill>
                  <a:srgbClr val="171717"/>
                </a:solidFill>
              </a:defRPr>
            </a:lvl4pPr>
            <a:lvl5pPr algn="l">
              <a:defRPr sz="1425" b="0">
                <a:solidFill>
                  <a:srgbClr val="171717"/>
                </a:solidFill>
              </a:defRPr>
            </a:lvl5pPr>
            <a:lvl6pPr algn="l">
              <a:defRPr sz="1425" b="0">
                <a:solidFill>
                  <a:srgbClr val="171717"/>
                </a:solidFill>
              </a:defRPr>
            </a:lvl6pPr>
            <a:lvl7pPr algn="l">
              <a:defRPr sz="1425" b="0">
                <a:solidFill>
                  <a:srgbClr val="171717"/>
                </a:solidFill>
              </a:defRPr>
            </a:lvl7pPr>
            <a:lvl8pPr algn="l">
              <a:defRPr sz="1425" b="0">
                <a:solidFill>
                  <a:srgbClr val="171717"/>
                </a:solidFill>
              </a:defRPr>
            </a:lvl8pPr>
            <a:lvl9pPr algn="l">
              <a:defRPr sz="1425" b="0">
                <a:solidFill>
                  <a:srgbClr val="171717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1717"/>
                </a:solidFill>
              </a:defRPr>
            </a:pPr>
            <a:r>
              <a:rPr sz="1425" b="0">
                <a:solidFill>
                  <a:srgbClr val="171717"/>
                </a:solidFill>
              </a:rPr>
              <a:t>Loads the actual saved joblib pipeline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233146-646F-468E-8664-0FC8669FB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987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>
                <a:solidFill>
                  <a:srgbClr val="356A8A"/>
                </a:solidFill>
              </a:defRPr>
            </a:defPPr>
            <a:lvl1pPr algn="l">
              <a:defRPr sz="1425" b="1">
                <a:solidFill>
                  <a:srgbClr val="356A8A"/>
                </a:solidFill>
              </a:defRPr>
            </a:lvl1pPr>
            <a:lvl2pPr algn="l">
              <a:defRPr sz="1425" b="1">
                <a:solidFill>
                  <a:srgbClr val="356A8A"/>
                </a:solidFill>
              </a:defRPr>
            </a:lvl2pPr>
            <a:lvl3pPr algn="l">
              <a:defRPr sz="1425" b="1">
                <a:solidFill>
                  <a:srgbClr val="356A8A"/>
                </a:solidFill>
              </a:defRPr>
            </a:lvl3pPr>
            <a:lvl4pPr algn="l">
              <a:defRPr sz="1425" b="1">
                <a:solidFill>
                  <a:srgbClr val="356A8A"/>
                </a:solidFill>
              </a:defRPr>
            </a:lvl4pPr>
            <a:lvl5pPr algn="l">
              <a:defRPr sz="1425" b="1">
                <a:solidFill>
                  <a:srgbClr val="356A8A"/>
                </a:solidFill>
              </a:defRPr>
            </a:lvl5pPr>
            <a:lvl6pPr algn="l">
              <a:defRPr sz="1425" b="1">
                <a:solidFill>
                  <a:srgbClr val="356A8A"/>
                </a:solidFill>
              </a:defRPr>
            </a:lvl6pPr>
            <a:lvl7pPr algn="l">
              <a:defRPr sz="1425" b="1">
                <a:solidFill>
                  <a:srgbClr val="356A8A"/>
                </a:solidFill>
              </a:defRPr>
            </a:lvl7pPr>
            <a:lvl8pPr algn="l">
              <a:defRPr sz="1425" b="1">
                <a:solidFill>
                  <a:srgbClr val="356A8A"/>
                </a:solidFill>
              </a:defRPr>
            </a:lvl8pPr>
            <a:lvl9pPr algn="l">
              <a:defRPr sz="1425" b="1">
                <a:solidFill>
                  <a:srgbClr val="356A8A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356A8A"/>
                </a:solidFill>
              </a:defRPr>
            </a:pPr>
            <a:r>
              <a:rPr sz="1425" b="1">
                <a:solidFill>
                  <a:srgbClr val="356A8A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8B7DFD-48DE-4D55-A90B-D1B51A61B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09875"/>
            <a:ext cx="4152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171717"/>
                </a:solidFill>
              </a:defRPr>
            </a:defPPr>
            <a:lvl1pPr algn="l">
              <a:defRPr sz="1425" b="0">
                <a:solidFill>
                  <a:srgbClr val="171717"/>
                </a:solidFill>
              </a:defRPr>
            </a:lvl1pPr>
            <a:lvl2pPr algn="l">
              <a:defRPr sz="1425" b="0">
                <a:solidFill>
                  <a:srgbClr val="171717"/>
                </a:solidFill>
              </a:defRPr>
            </a:lvl2pPr>
            <a:lvl3pPr algn="l">
              <a:defRPr sz="1425" b="0">
                <a:solidFill>
                  <a:srgbClr val="171717"/>
                </a:solidFill>
              </a:defRPr>
            </a:lvl3pPr>
            <a:lvl4pPr algn="l">
              <a:defRPr sz="1425" b="0">
                <a:solidFill>
                  <a:srgbClr val="171717"/>
                </a:solidFill>
              </a:defRPr>
            </a:lvl4pPr>
            <a:lvl5pPr algn="l">
              <a:defRPr sz="1425" b="0">
                <a:solidFill>
                  <a:srgbClr val="171717"/>
                </a:solidFill>
              </a:defRPr>
            </a:lvl5pPr>
            <a:lvl6pPr algn="l">
              <a:defRPr sz="1425" b="0">
                <a:solidFill>
                  <a:srgbClr val="171717"/>
                </a:solidFill>
              </a:defRPr>
            </a:lvl6pPr>
            <a:lvl7pPr algn="l">
              <a:defRPr sz="1425" b="0">
                <a:solidFill>
                  <a:srgbClr val="171717"/>
                </a:solidFill>
              </a:defRPr>
            </a:lvl7pPr>
            <a:lvl8pPr algn="l">
              <a:defRPr sz="1425" b="0">
                <a:solidFill>
                  <a:srgbClr val="171717"/>
                </a:solidFill>
              </a:defRPr>
            </a:lvl8pPr>
            <a:lvl9pPr algn="l">
              <a:defRPr sz="1425" b="0">
                <a:solidFill>
                  <a:srgbClr val="171717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1717"/>
                </a:solidFill>
              </a:defRPr>
            </a:pPr>
            <a:r>
              <a:rPr sz="1425" b="0">
                <a:solidFill>
                  <a:srgbClr val="171717"/>
                </a:solidFill>
              </a:rPr>
              <a:t>Validates all expected model fields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4BA5A9-A7FD-4A13-8534-F3A8ED385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7662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>
                <a:solidFill>
                  <a:srgbClr val="356A8A"/>
                </a:solidFill>
              </a:defRPr>
            </a:defPPr>
            <a:lvl1pPr algn="l">
              <a:defRPr sz="1425" b="1">
                <a:solidFill>
                  <a:srgbClr val="356A8A"/>
                </a:solidFill>
              </a:defRPr>
            </a:lvl1pPr>
            <a:lvl2pPr algn="l">
              <a:defRPr sz="1425" b="1">
                <a:solidFill>
                  <a:srgbClr val="356A8A"/>
                </a:solidFill>
              </a:defRPr>
            </a:lvl2pPr>
            <a:lvl3pPr algn="l">
              <a:defRPr sz="1425" b="1">
                <a:solidFill>
                  <a:srgbClr val="356A8A"/>
                </a:solidFill>
              </a:defRPr>
            </a:lvl3pPr>
            <a:lvl4pPr algn="l">
              <a:defRPr sz="1425" b="1">
                <a:solidFill>
                  <a:srgbClr val="356A8A"/>
                </a:solidFill>
              </a:defRPr>
            </a:lvl4pPr>
            <a:lvl5pPr algn="l">
              <a:defRPr sz="1425" b="1">
                <a:solidFill>
                  <a:srgbClr val="356A8A"/>
                </a:solidFill>
              </a:defRPr>
            </a:lvl5pPr>
            <a:lvl6pPr algn="l">
              <a:defRPr sz="1425" b="1">
                <a:solidFill>
                  <a:srgbClr val="356A8A"/>
                </a:solidFill>
              </a:defRPr>
            </a:lvl6pPr>
            <a:lvl7pPr algn="l">
              <a:defRPr sz="1425" b="1">
                <a:solidFill>
                  <a:srgbClr val="356A8A"/>
                </a:solidFill>
              </a:defRPr>
            </a:lvl7pPr>
            <a:lvl8pPr algn="l">
              <a:defRPr sz="1425" b="1">
                <a:solidFill>
                  <a:srgbClr val="356A8A"/>
                </a:solidFill>
              </a:defRPr>
            </a:lvl8pPr>
            <a:lvl9pPr algn="l">
              <a:defRPr sz="1425" b="1">
                <a:solidFill>
                  <a:srgbClr val="356A8A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356A8A"/>
                </a:solidFill>
              </a:defRPr>
            </a:pPr>
            <a:r>
              <a:rPr sz="1425" b="1">
                <a:solidFill>
                  <a:srgbClr val="356A8A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EA4C3E-924A-4969-8105-E5FAFCE51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76625"/>
            <a:ext cx="4152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171717"/>
                </a:solidFill>
              </a:defRPr>
            </a:defPPr>
            <a:lvl1pPr algn="l">
              <a:defRPr sz="1425" b="0">
                <a:solidFill>
                  <a:srgbClr val="171717"/>
                </a:solidFill>
              </a:defRPr>
            </a:lvl1pPr>
            <a:lvl2pPr algn="l">
              <a:defRPr sz="1425" b="0">
                <a:solidFill>
                  <a:srgbClr val="171717"/>
                </a:solidFill>
              </a:defRPr>
            </a:lvl2pPr>
            <a:lvl3pPr algn="l">
              <a:defRPr sz="1425" b="0">
                <a:solidFill>
                  <a:srgbClr val="171717"/>
                </a:solidFill>
              </a:defRPr>
            </a:lvl3pPr>
            <a:lvl4pPr algn="l">
              <a:defRPr sz="1425" b="0">
                <a:solidFill>
                  <a:srgbClr val="171717"/>
                </a:solidFill>
              </a:defRPr>
            </a:lvl4pPr>
            <a:lvl5pPr algn="l">
              <a:defRPr sz="1425" b="0">
                <a:solidFill>
                  <a:srgbClr val="171717"/>
                </a:solidFill>
              </a:defRPr>
            </a:lvl5pPr>
            <a:lvl6pPr algn="l">
              <a:defRPr sz="1425" b="0">
                <a:solidFill>
                  <a:srgbClr val="171717"/>
                </a:solidFill>
              </a:defRPr>
            </a:lvl6pPr>
            <a:lvl7pPr algn="l">
              <a:defRPr sz="1425" b="0">
                <a:solidFill>
                  <a:srgbClr val="171717"/>
                </a:solidFill>
              </a:defRPr>
            </a:lvl7pPr>
            <a:lvl8pPr algn="l">
              <a:defRPr sz="1425" b="0">
                <a:solidFill>
                  <a:srgbClr val="171717"/>
                </a:solidFill>
              </a:defRPr>
            </a:lvl8pPr>
            <a:lvl9pPr algn="l">
              <a:defRPr sz="1425" b="0">
                <a:solidFill>
                  <a:srgbClr val="171717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1717"/>
                </a:solidFill>
              </a:defRPr>
            </a:pPr>
            <a:r>
              <a:rPr sz="1425" b="0">
                <a:solidFill>
                  <a:srgbClr val="171717"/>
                </a:solidFill>
              </a:rPr>
              <a:t>Returns probability, prediction, and risk category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EDFFC2-9581-43A1-B572-9E715F246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>
                <a:solidFill>
                  <a:srgbClr val="356A8A"/>
                </a:solidFill>
              </a:defRPr>
            </a:defPPr>
            <a:lvl1pPr algn="l">
              <a:defRPr sz="1425" b="1">
                <a:solidFill>
                  <a:srgbClr val="356A8A"/>
                </a:solidFill>
              </a:defRPr>
            </a:lvl1pPr>
            <a:lvl2pPr algn="l">
              <a:defRPr sz="1425" b="1">
                <a:solidFill>
                  <a:srgbClr val="356A8A"/>
                </a:solidFill>
              </a:defRPr>
            </a:lvl2pPr>
            <a:lvl3pPr algn="l">
              <a:defRPr sz="1425" b="1">
                <a:solidFill>
                  <a:srgbClr val="356A8A"/>
                </a:solidFill>
              </a:defRPr>
            </a:lvl3pPr>
            <a:lvl4pPr algn="l">
              <a:defRPr sz="1425" b="1">
                <a:solidFill>
                  <a:srgbClr val="356A8A"/>
                </a:solidFill>
              </a:defRPr>
            </a:lvl4pPr>
            <a:lvl5pPr algn="l">
              <a:defRPr sz="1425" b="1">
                <a:solidFill>
                  <a:srgbClr val="356A8A"/>
                </a:solidFill>
              </a:defRPr>
            </a:lvl5pPr>
            <a:lvl6pPr algn="l">
              <a:defRPr sz="1425" b="1">
                <a:solidFill>
                  <a:srgbClr val="356A8A"/>
                </a:solidFill>
              </a:defRPr>
            </a:lvl6pPr>
            <a:lvl7pPr algn="l">
              <a:defRPr sz="1425" b="1">
                <a:solidFill>
                  <a:srgbClr val="356A8A"/>
                </a:solidFill>
              </a:defRPr>
            </a:lvl7pPr>
            <a:lvl8pPr algn="l">
              <a:defRPr sz="1425" b="1">
                <a:solidFill>
                  <a:srgbClr val="356A8A"/>
                </a:solidFill>
              </a:defRPr>
            </a:lvl8pPr>
            <a:lvl9pPr algn="l">
              <a:defRPr sz="1425" b="1">
                <a:solidFill>
                  <a:srgbClr val="356A8A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356A8A"/>
                </a:solidFill>
              </a:defRPr>
            </a:pPr>
            <a:r>
              <a:rPr sz="1425" b="1">
                <a:solidFill>
                  <a:srgbClr val="356A8A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BC4C96-F8F7-49AB-A5CF-8CC266C21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43375"/>
            <a:ext cx="4152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171717"/>
                </a:solidFill>
              </a:defRPr>
            </a:defPPr>
            <a:lvl1pPr algn="l">
              <a:defRPr sz="1425" b="0">
                <a:solidFill>
                  <a:srgbClr val="171717"/>
                </a:solidFill>
              </a:defRPr>
            </a:lvl1pPr>
            <a:lvl2pPr algn="l">
              <a:defRPr sz="1425" b="0">
                <a:solidFill>
                  <a:srgbClr val="171717"/>
                </a:solidFill>
              </a:defRPr>
            </a:lvl2pPr>
            <a:lvl3pPr algn="l">
              <a:defRPr sz="1425" b="0">
                <a:solidFill>
                  <a:srgbClr val="171717"/>
                </a:solidFill>
              </a:defRPr>
            </a:lvl3pPr>
            <a:lvl4pPr algn="l">
              <a:defRPr sz="1425" b="0">
                <a:solidFill>
                  <a:srgbClr val="171717"/>
                </a:solidFill>
              </a:defRPr>
            </a:lvl4pPr>
            <a:lvl5pPr algn="l">
              <a:defRPr sz="1425" b="0">
                <a:solidFill>
                  <a:srgbClr val="171717"/>
                </a:solidFill>
              </a:defRPr>
            </a:lvl5pPr>
            <a:lvl6pPr algn="l">
              <a:defRPr sz="1425" b="0">
                <a:solidFill>
                  <a:srgbClr val="171717"/>
                </a:solidFill>
              </a:defRPr>
            </a:lvl6pPr>
            <a:lvl7pPr algn="l">
              <a:defRPr sz="1425" b="0">
                <a:solidFill>
                  <a:srgbClr val="171717"/>
                </a:solidFill>
              </a:defRPr>
            </a:lvl7pPr>
            <a:lvl8pPr algn="l">
              <a:defRPr sz="1425" b="0">
                <a:solidFill>
                  <a:srgbClr val="171717"/>
                </a:solidFill>
              </a:defRPr>
            </a:lvl8pPr>
            <a:lvl9pPr algn="l">
              <a:defRPr sz="1425" b="0">
                <a:solidFill>
                  <a:srgbClr val="171717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1717"/>
                </a:solidFill>
              </a:defRPr>
            </a:pPr>
            <a:r>
              <a:rPr sz="1425" b="0">
                <a:solidFill>
                  <a:srgbClr val="171717"/>
                </a:solidFill>
              </a:rPr>
              <a:t>Provides a health endpoint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777F6C-7DE5-480A-8D51-1FB389E78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76375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025" b="1">
                <a:solidFill>
                  <a:srgbClr val="18384C"/>
                </a:solidFill>
              </a:defRPr>
            </a:defPPr>
            <a:lvl1pPr algn="l">
              <a:defRPr sz="2025" b="1">
                <a:solidFill>
                  <a:srgbClr val="18384C"/>
                </a:solidFill>
              </a:defRPr>
            </a:lvl1pPr>
            <a:lvl2pPr algn="l">
              <a:defRPr sz="2025" b="1">
                <a:solidFill>
                  <a:srgbClr val="18384C"/>
                </a:solidFill>
              </a:defRPr>
            </a:lvl2pPr>
            <a:lvl3pPr algn="l">
              <a:defRPr sz="2025" b="1">
                <a:solidFill>
                  <a:srgbClr val="18384C"/>
                </a:solidFill>
              </a:defRPr>
            </a:lvl3pPr>
            <a:lvl4pPr algn="l">
              <a:defRPr sz="2025" b="1">
                <a:solidFill>
                  <a:srgbClr val="18384C"/>
                </a:solidFill>
              </a:defRPr>
            </a:lvl4pPr>
            <a:lvl5pPr algn="l">
              <a:defRPr sz="2025" b="1">
                <a:solidFill>
                  <a:srgbClr val="18384C"/>
                </a:solidFill>
              </a:defRPr>
            </a:lvl5pPr>
            <a:lvl6pPr algn="l">
              <a:defRPr sz="2025" b="1">
                <a:solidFill>
                  <a:srgbClr val="18384C"/>
                </a:solidFill>
              </a:defRPr>
            </a:lvl6pPr>
            <a:lvl7pPr algn="l">
              <a:defRPr sz="2025" b="1">
                <a:solidFill>
                  <a:srgbClr val="18384C"/>
                </a:solidFill>
              </a:defRPr>
            </a:lvl7pPr>
            <a:lvl8pPr algn="l">
              <a:defRPr sz="2025" b="1">
                <a:solidFill>
                  <a:srgbClr val="18384C"/>
                </a:solidFill>
              </a:defRPr>
            </a:lvl8pPr>
            <a:lvl9pPr algn="l">
              <a:defRPr sz="2025" b="1">
                <a:solidFill>
                  <a:srgbClr val="18384C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8384C"/>
                </a:solidFill>
              </a:defRPr>
            </a:pPr>
            <a:r>
              <a:rPr sz="2025" b="1">
                <a:solidFill>
                  <a:srgbClr val="18384C"/>
                </a:solidFill>
              </a:rPr>
              <a:t>HR dashboard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C3B456-EB13-4B48-BA2F-D793482F7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4312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>
                <a:solidFill>
                  <a:srgbClr val="356A8A"/>
                </a:solidFill>
              </a:defRPr>
            </a:defPPr>
            <a:lvl1pPr algn="l">
              <a:defRPr sz="1425" b="1">
                <a:solidFill>
                  <a:srgbClr val="356A8A"/>
                </a:solidFill>
              </a:defRPr>
            </a:lvl1pPr>
            <a:lvl2pPr algn="l">
              <a:defRPr sz="1425" b="1">
                <a:solidFill>
                  <a:srgbClr val="356A8A"/>
                </a:solidFill>
              </a:defRPr>
            </a:lvl2pPr>
            <a:lvl3pPr algn="l">
              <a:defRPr sz="1425" b="1">
                <a:solidFill>
                  <a:srgbClr val="356A8A"/>
                </a:solidFill>
              </a:defRPr>
            </a:lvl3pPr>
            <a:lvl4pPr algn="l">
              <a:defRPr sz="1425" b="1">
                <a:solidFill>
                  <a:srgbClr val="356A8A"/>
                </a:solidFill>
              </a:defRPr>
            </a:lvl4pPr>
            <a:lvl5pPr algn="l">
              <a:defRPr sz="1425" b="1">
                <a:solidFill>
                  <a:srgbClr val="356A8A"/>
                </a:solidFill>
              </a:defRPr>
            </a:lvl5pPr>
            <a:lvl6pPr algn="l">
              <a:defRPr sz="1425" b="1">
                <a:solidFill>
                  <a:srgbClr val="356A8A"/>
                </a:solidFill>
              </a:defRPr>
            </a:lvl6pPr>
            <a:lvl7pPr algn="l">
              <a:defRPr sz="1425" b="1">
                <a:solidFill>
                  <a:srgbClr val="356A8A"/>
                </a:solidFill>
              </a:defRPr>
            </a:lvl7pPr>
            <a:lvl8pPr algn="l">
              <a:defRPr sz="1425" b="1">
                <a:solidFill>
                  <a:srgbClr val="356A8A"/>
                </a:solidFill>
              </a:defRPr>
            </a:lvl8pPr>
            <a:lvl9pPr algn="l">
              <a:defRPr sz="1425" b="1">
                <a:solidFill>
                  <a:srgbClr val="356A8A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356A8A"/>
                </a:solidFill>
              </a:defRPr>
            </a:pPr>
            <a:r>
              <a:rPr sz="1425" b="1">
                <a:solidFill>
                  <a:srgbClr val="356A8A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F094B8-54F3-466D-BB96-18976C9EA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143125"/>
            <a:ext cx="4152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171717"/>
                </a:solidFill>
              </a:defRPr>
            </a:defPPr>
            <a:lvl1pPr algn="l">
              <a:defRPr sz="1425" b="0">
                <a:solidFill>
                  <a:srgbClr val="171717"/>
                </a:solidFill>
              </a:defRPr>
            </a:lvl1pPr>
            <a:lvl2pPr algn="l">
              <a:defRPr sz="1425" b="0">
                <a:solidFill>
                  <a:srgbClr val="171717"/>
                </a:solidFill>
              </a:defRPr>
            </a:lvl2pPr>
            <a:lvl3pPr algn="l">
              <a:defRPr sz="1425" b="0">
                <a:solidFill>
                  <a:srgbClr val="171717"/>
                </a:solidFill>
              </a:defRPr>
            </a:lvl3pPr>
            <a:lvl4pPr algn="l">
              <a:defRPr sz="1425" b="0">
                <a:solidFill>
                  <a:srgbClr val="171717"/>
                </a:solidFill>
              </a:defRPr>
            </a:lvl4pPr>
            <a:lvl5pPr algn="l">
              <a:defRPr sz="1425" b="0">
                <a:solidFill>
                  <a:srgbClr val="171717"/>
                </a:solidFill>
              </a:defRPr>
            </a:lvl5pPr>
            <a:lvl6pPr algn="l">
              <a:defRPr sz="1425" b="0">
                <a:solidFill>
                  <a:srgbClr val="171717"/>
                </a:solidFill>
              </a:defRPr>
            </a:lvl6pPr>
            <a:lvl7pPr algn="l">
              <a:defRPr sz="1425" b="0">
                <a:solidFill>
                  <a:srgbClr val="171717"/>
                </a:solidFill>
              </a:defRPr>
            </a:lvl7pPr>
            <a:lvl8pPr algn="l">
              <a:defRPr sz="1425" b="0">
                <a:solidFill>
                  <a:srgbClr val="171717"/>
                </a:solidFill>
              </a:defRPr>
            </a:lvl8pPr>
            <a:lvl9pPr algn="l">
              <a:defRPr sz="1425" b="0">
                <a:solidFill>
                  <a:srgbClr val="171717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1717"/>
                </a:solidFill>
              </a:defRPr>
            </a:pPr>
            <a:r>
              <a:rPr sz="1425" b="0">
                <a:solidFill>
                  <a:srgbClr val="171717"/>
                </a:solidFill>
              </a:rPr>
              <a:t>Separates observed outcomes from predictions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03C1C1-7F06-4910-AF98-9BEF1A0CB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0987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>
                <a:solidFill>
                  <a:srgbClr val="356A8A"/>
                </a:solidFill>
              </a:defRPr>
            </a:defPPr>
            <a:lvl1pPr algn="l">
              <a:defRPr sz="1425" b="1">
                <a:solidFill>
                  <a:srgbClr val="356A8A"/>
                </a:solidFill>
              </a:defRPr>
            </a:lvl1pPr>
            <a:lvl2pPr algn="l">
              <a:defRPr sz="1425" b="1">
                <a:solidFill>
                  <a:srgbClr val="356A8A"/>
                </a:solidFill>
              </a:defRPr>
            </a:lvl2pPr>
            <a:lvl3pPr algn="l">
              <a:defRPr sz="1425" b="1">
                <a:solidFill>
                  <a:srgbClr val="356A8A"/>
                </a:solidFill>
              </a:defRPr>
            </a:lvl3pPr>
            <a:lvl4pPr algn="l">
              <a:defRPr sz="1425" b="1">
                <a:solidFill>
                  <a:srgbClr val="356A8A"/>
                </a:solidFill>
              </a:defRPr>
            </a:lvl4pPr>
            <a:lvl5pPr algn="l">
              <a:defRPr sz="1425" b="1">
                <a:solidFill>
                  <a:srgbClr val="356A8A"/>
                </a:solidFill>
              </a:defRPr>
            </a:lvl5pPr>
            <a:lvl6pPr algn="l">
              <a:defRPr sz="1425" b="1">
                <a:solidFill>
                  <a:srgbClr val="356A8A"/>
                </a:solidFill>
              </a:defRPr>
            </a:lvl6pPr>
            <a:lvl7pPr algn="l">
              <a:defRPr sz="1425" b="1">
                <a:solidFill>
                  <a:srgbClr val="356A8A"/>
                </a:solidFill>
              </a:defRPr>
            </a:lvl7pPr>
            <a:lvl8pPr algn="l">
              <a:defRPr sz="1425" b="1">
                <a:solidFill>
                  <a:srgbClr val="356A8A"/>
                </a:solidFill>
              </a:defRPr>
            </a:lvl8pPr>
            <a:lvl9pPr algn="l">
              <a:defRPr sz="1425" b="1">
                <a:solidFill>
                  <a:srgbClr val="356A8A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356A8A"/>
                </a:solidFill>
              </a:defRPr>
            </a:pPr>
            <a:r>
              <a:rPr sz="1425" b="1">
                <a:solidFill>
                  <a:srgbClr val="356A8A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921FC2-F02B-43E7-8451-6A98449F4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809875"/>
            <a:ext cx="4152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171717"/>
                </a:solidFill>
              </a:defRPr>
            </a:defPPr>
            <a:lvl1pPr algn="l">
              <a:defRPr sz="1425" b="0">
                <a:solidFill>
                  <a:srgbClr val="171717"/>
                </a:solidFill>
              </a:defRPr>
            </a:lvl1pPr>
            <a:lvl2pPr algn="l">
              <a:defRPr sz="1425" b="0">
                <a:solidFill>
                  <a:srgbClr val="171717"/>
                </a:solidFill>
              </a:defRPr>
            </a:lvl2pPr>
            <a:lvl3pPr algn="l">
              <a:defRPr sz="1425" b="0">
                <a:solidFill>
                  <a:srgbClr val="171717"/>
                </a:solidFill>
              </a:defRPr>
            </a:lvl3pPr>
            <a:lvl4pPr algn="l">
              <a:defRPr sz="1425" b="0">
                <a:solidFill>
                  <a:srgbClr val="171717"/>
                </a:solidFill>
              </a:defRPr>
            </a:lvl4pPr>
            <a:lvl5pPr algn="l">
              <a:defRPr sz="1425" b="0">
                <a:solidFill>
                  <a:srgbClr val="171717"/>
                </a:solidFill>
              </a:defRPr>
            </a:lvl5pPr>
            <a:lvl6pPr algn="l">
              <a:defRPr sz="1425" b="0">
                <a:solidFill>
                  <a:srgbClr val="171717"/>
                </a:solidFill>
              </a:defRPr>
            </a:lvl6pPr>
            <a:lvl7pPr algn="l">
              <a:defRPr sz="1425" b="0">
                <a:solidFill>
                  <a:srgbClr val="171717"/>
                </a:solidFill>
              </a:defRPr>
            </a:lvl7pPr>
            <a:lvl8pPr algn="l">
              <a:defRPr sz="1425" b="0">
                <a:solidFill>
                  <a:srgbClr val="171717"/>
                </a:solidFill>
              </a:defRPr>
            </a:lvl8pPr>
            <a:lvl9pPr algn="l">
              <a:defRPr sz="1425" b="0">
                <a:solidFill>
                  <a:srgbClr val="171717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1717"/>
                </a:solidFill>
              </a:defRPr>
            </a:pPr>
            <a:r>
              <a:rPr sz="1425" b="0">
                <a:solidFill>
                  <a:srgbClr val="171717"/>
                </a:solidFill>
              </a:rPr>
              <a:t>Filters workforce results by department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BF74CA-3369-4FF4-A084-F206A077E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7662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>
                <a:solidFill>
                  <a:srgbClr val="356A8A"/>
                </a:solidFill>
              </a:defRPr>
            </a:defPPr>
            <a:lvl1pPr algn="l">
              <a:defRPr sz="1425" b="1">
                <a:solidFill>
                  <a:srgbClr val="356A8A"/>
                </a:solidFill>
              </a:defRPr>
            </a:lvl1pPr>
            <a:lvl2pPr algn="l">
              <a:defRPr sz="1425" b="1">
                <a:solidFill>
                  <a:srgbClr val="356A8A"/>
                </a:solidFill>
              </a:defRPr>
            </a:lvl2pPr>
            <a:lvl3pPr algn="l">
              <a:defRPr sz="1425" b="1">
                <a:solidFill>
                  <a:srgbClr val="356A8A"/>
                </a:solidFill>
              </a:defRPr>
            </a:lvl3pPr>
            <a:lvl4pPr algn="l">
              <a:defRPr sz="1425" b="1">
                <a:solidFill>
                  <a:srgbClr val="356A8A"/>
                </a:solidFill>
              </a:defRPr>
            </a:lvl4pPr>
            <a:lvl5pPr algn="l">
              <a:defRPr sz="1425" b="1">
                <a:solidFill>
                  <a:srgbClr val="356A8A"/>
                </a:solidFill>
              </a:defRPr>
            </a:lvl5pPr>
            <a:lvl6pPr algn="l">
              <a:defRPr sz="1425" b="1">
                <a:solidFill>
                  <a:srgbClr val="356A8A"/>
                </a:solidFill>
              </a:defRPr>
            </a:lvl6pPr>
            <a:lvl7pPr algn="l">
              <a:defRPr sz="1425" b="1">
                <a:solidFill>
                  <a:srgbClr val="356A8A"/>
                </a:solidFill>
              </a:defRPr>
            </a:lvl7pPr>
            <a:lvl8pPr algn="l">
              <a:defRPr sz="1425" b="1">
                <a:solidFill>
                  <a:srgbClr val="356A8A"/>
                </a:solidFill>
              </a:defRPr>
            </a:lvl8pPr>
            <a:lvl9pPr algn="l">
              <a:defRPr sz="1425" b="1">
                <a:solidFill>
                  <a:srgbClr val="356A8A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356A8A"/>
                </a:solidFill>
              </a:defRPr>
            </a:pPr>
            <a:r>
              <a:rPr sz="1425" b="1">
                <a:solidFill>
                  <a:srgbClr val="356A8A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26CBD8-B8AF-4FAD-A04E-1075ACF89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76625"/>
            <a:ext cx="4152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171717"/>
                </a:solidFill>
              </a:defRPr>
            </a:defPPr>
            <a:lvl1pPr algn="l">
              <a:defRPr sz="1425" b="0">
                <a:solidFill>
                  <a:srgbClr val="171717"/>
                </a:solidFill>
              </a:defRPr>
            </a:lvl1pPr>
            <a:lvl2pPr algn="l">
              <a:defRPr sz="1425" b="0">
                <a:solidFill>
                  <a:srgbClr val="171717"/>
                </a:solidFill>
              </a:defRPr>
            </a:lvl2pPr>
            <a:lvl3pPr algn="l">
              <a:defRPr sz="1425" b="0">
                <a:solidFill>
                  <a:srgbClr val="171717"/>
                </a:solidFill>
              </a:defRPr>
            </a:lvl3pPr>
            <a:lvl4pPr algn="l">
              <a:defRPr sz="1425" b="0">
                <a:solidFill>
                  <a:srgbClr val="171717"/>
                </a:solidFill>
              </a:defRPr>
            </a:lvl4pPr>
            <a:lvl5pPr algn="l">
              <a:defRPr sz="1425" b="0">
                <a:solidFill>
                  <a:srgbClr val="171717"/>
                </a:solidFill>
              </a:defRPr>
            </a:lvl5pPr>
            <a:lvl6pPr algn="l">
              <a:defRPr sz="1425" b="0">
                <a:solidFill>
                  <a:srgbClr val="171717"/>
                </a:solidFill>
              </a:defRPr>
            </a:lvl6pPr>
            <a:lvl7pPr algn="l">
              <a:defRPr sz="1425" b="0">
                <a:solidFill>
                  <a:srgbClr val="171717"/>
                </a:solidFill>
              </a:defRPr>
            </a:lvl7pPr>
            <a:lvl8pPr algn="l">
              <a:defRPr sz="1425" b="0">
                <a:solidFill>
                  <a:srgbClr val="171717"/>
                </a:solidFill>
              </a:defRPr>
            </a:lvl8pPr>
            <a:lvl9pPr algn="l">
              <a:defRPr sz="1425" b="0">
                <a:solidFill>
                  <a:srgbClr val="171717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1717"/>
                </a:solidFill>
              </a:defRPr>
            </a:pPr>
            <a:r>
              <a:rPr sz="1425" b="0">
                <a:solidFill>
                  <a:srgbClr val="171717"/>
                </a:solidFill>
              </a:rPr>
              <a:t>Displays attrition, retention, demographics, and metrics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7F19CA-A158-4A79-8FBB-43C0F25B2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4337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>
                <a:solidFill>
                  <a:srgbClr val="356A8A"/>
                </a:solidFill>
              </a:defRPr>
            </a:defPPr>
            <a:lvl1pPr algn="l">
              <a:defRPr sz="1425" b="1">
                <a:solidFill>
                  <a:srgbClr val="356A8A"/>
                </a:solidFill>
              </a:defRPr>
            </a:lvl1pPr>
            <a:lvl2pPr algn="l">
              <a:defRPr sz="1425" b="1">
                <a:solidFill>
                  <a:srgbClr val="356A8A"/>
                </a:solidFill>
              </a:defRPr>
            </a:lvl2pPr>
            <a:lvl3pPr algn="l">
              <a:defRPr sz="1425" b="1">
                <a:solidFill>
                  <a:srgbClr val="356A8A"/>
                </a:solidFill>
              </a:defRPr>
            </a:lvl3pPr>
            <a:lvl4pPr algn="l">
              <a:defRPr sz="1425" b="1">
                <a:solidFill>
                  <a:srgbClr val="356A8A"/>
                </a:solidFill>
              </a:defRPr>
            </a:lvl4pPr>
            <a:lvl5pPr algn="l">
              <a:defRPr sz="1425" b="1">
                <a:solidFill>
                  <a:srgbClr val="356A8A"/>
                </a:solidFill>
              </a:defRPr>
            </a:lvl5pPr>
            <a:lvl6pPr algn="l">
              <a:defRPr sz="1425" b="1">
                <a:solidFill>
                  <a:srgbClr val="356A8A"/>
                </a:solidFill>
              </a:defRPr>
            </a:lvl6pPr>
            <a:lvl7pPr algn="l">
              <a:defRPr sz="1425" b="1">
                <a:solidFill>
                  <a:srgbClr val="356A8A"/>
                </a:solidFill>
              </a:defRPr>
            </a:lvl7pPr>
            <a:lvl8pPr algn="l">
              <a:defRPr sz="1425" b="1">
                <a:solidFill>
                  <a:srgbClr val="356A8A"/>
                </a:solidFill>
              </a:defRPr>
            </a:lvl8pPr>
            <a:lvl9pPr algn="l">
              <a:defRPr sz="1425" b="1">
                <a:solidFill>
                  <a:srgbClr val="356A8A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356A8A"/>
                </a:solidFill>
              </a:defRPr>
            </a:pPr>
            <a:r>
              <a:rPr sz="1425" b="1">
                <a:solidFill>
                  <a:srgbClr val="356A8A"/>
                </a:solidFill>
              </a:rP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4846C1-42CE-4043-9D74-EEA6612F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143375"/>
            <a:ext cx="4152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171717"/>
                </a:solidFill>
              </a:defRPr>
            </a:defPPr>
            <a:lvl1pPr algn="l">
              <a:defRPr sz="1425" b="0">
                <a:solidFill>
                  <a:srgbClr val="171717"/>
                </a:solidFill>
              </a:defRPr>
            </a:lvl1pPr>
            <a:lvl2pPr algn="l">
              <a:defRPr sz="1425" b="0">
                <a:solidFill>
                  <a:srgbClr val="171717"/>
                </a:solidFill>
              </a:defRPr>
            </a:lvl2pPr>
            <a:lvl3pPr algn="l">
              <a:defRPr sz="1425" b="0">
                <a:solidFill>
                  <a:srgbClr val="171717"/>
                </a:solidFill>
              </a:defRPr>
            </a:lvl3pPr>
            <a:lvl4pPr algn="l">
              <a:defRPr sz="1425" b="0">
                <a:solidFill>
                  <a:srgbClr val="171717"/>
                </a:solidFill>
              </a:defRPr>
            </a:lvl4pPr>
            <a:lvl5pPr algn="l">
              <a:defRPr sz="1425" b="0">
                <a:solidFill>
                  <a:srgbClr val="171717"/>
                </a:solidFill>
              </a:defRPr>
            </a:lvl5pPr>
            <a:lvl6pPr algn="l">
              <a:defRPr sz="1425" b="0">
                <a:solidFill>
                  <a:srgbClr val="171717"/>
                </a:solidFill>
              </a:defRPr>
            </a:lvl6pPr>
            <a:lvl7pPr algn="l">
              <a:defRPr sz="1425" b="0">
                <a:solidFill>
                  <a:srgbClr val="171717"/>
                </a:solidFill>
              </a:defRPr>
            </a:lvl7pPr>
            <a:lvl8pPr algn="l">
              <a:defRPr sz="1425" b="0">
                <a:solidFill>
                  <a:srgbClr val="171717"/>
                </a:solidFill>
              </a:defRPr>
            </a:lvl8pPr>
            <a:lvl9pPr algn="l">
              <a:defRPr sz="1425" b="0">
                <a:solidFill>
                  <a:srgbClr val="171717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1717"/>
                </a:solidFill>
              </a:defRPr>
            </a:pPr>
            <a:r>
              <a:rPr sz="1425" b="0">
                <a:solidFill>
                  <a:srgbClr val="171717"/>
                </a:solidFill>
              </a:rPr>
              <a:t>Labels predictions as decision support</a:t>
            </a:r>
          </a:p>
        </p:txBody>
      </p:sp>
    </p:spTree>
    <p:extLst>
      <p:ext uri="{BB962C8B-B14F-4D97-AF65-F5344CB8AC3E}">
        <p14:creationId xmlns:p14="http://schemas.microsoft.com/office/powerpoint/2010/main" val="21029374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ABB5ED-B2C3-46D6-AD46-B407A2069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8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302F7E-959E-4BCB-AE04-E63BB1E21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400" b="1">
                <a:solidFill>
                  <a:srgbClr val="171717"/>
                </a:solidFill>
              </a:defRPr>
            </a:defPPr>
            <a:lvl1pPr algn="l">
              <a:defRPr sz="2400" b="1">
                <a:solidFill>
                  <a:srgbClr val="171717"/>
                </a:solidFill>
              </a:defRPr>
            </a:lvl1pPr>
            <a:lvl2pPr algn="l">
              <a:defRPr sz="2400" b="1">
                <a:solidFill>
                  <a:srgbClr val="171717"/>
                </a:solidFill>
              </a:defRPr>
            </a:lvl2pPr>
            <a:lvl3pPr algn="l">
              <a:defRPr sz="2400" b="1">
                <a:solidFill>
                  <a:srgbClr val="171717"/>
                </a:solidFill>
              </a:defRPr>
            </a:lvl3pPr>
            <a:lvl4pPr algn="l">
              <a:defRPr sz="2400" b="1">
                <a:solidFill>
                  <a:srgbClr val="171717"/>
                </a:solidFill>
              </a:defRPr>
            </a:lvl4pPr>
            <a:lvl5pPr algn="l">
              <a:defRPr sz="2400" b="1">
                <a:solidFill>
                  <a:srgbClr val="171717"/>
                </a:solidFill>
              </a:defRPr>
            </a:lvl5pPr>
            <a:lvl6pPr algn="l">
              <a:defRPr sz="2400" b="1">
                <a:solidFill>
                  <a:srgbClr val="171717"/>
                </a:solidFill>
              </a:defRPr>
            </a:lvl6pPr>
            <a:lvl7pPr algn="l">
              <a:defRPr sz="2400" b="1">
                <a:solidFill>
                  <a:srgbClr val="171717"/>
                </a:solidFill>
              </a:defRPr>
            </a:lvl7pPr>
            <a:lvl8pPr algn="l">
              <a:defRPr sz="2400" b="1">
                <a:solidFill>
                  <a:srgbClr val="171717"/>
                </a:solidFill>
              </a:defRPr>
            </a:lvl8pPr>
            <a:lvl9pPr algn="l">
              <a:defRPr sz="2400" b="1">
                <a:solidFill>
                  <a:srgbClr val="171717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</a:rPr>
              <a:t>IBM deployment and retraining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BB0E25-E651-4903-9CB2-A7E703EA6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00" b="0">
                <a:solidFill>
                  <a:srgbClr val="646B70"/>
                </a:solidFill>
              </a:defRPr>
            </a:defPPr>
            <a:lvl1pPr algn="r">
              <a:defRPr sz="900" b="0">
                <a:solidFill>
                  <a:srgbClr val="646B70"/>
                </a:solidFill>
              </a:defRPr>
            </a:lvl1pPr>
            <a:lvl2pPr algn="r">
              <a:defRPr sz="900" b="0">
                <a:solidFill>
                  <a:srgbClr val="646B70"/>
                </a:solidFill>
              </a:defRPr>
            </a:lvl2pPr>
            <a:lvl3pPr algn="r">
              <a:defRPr sz="900" b="0">
                <a:solidFill>
                  <a:srgbClr val="646B70"/>
                </a:solidFill>
              </a:defRPr>
            </a:lvl3pPr>
            <a:lvl4pPr algn="r">
              <a:defRPr sz="900" b="0">
                <a:solidFill>
                  <a:srgbClr val="646B70"/>
                </a:solidFill>
              </a:defRPr>
            </a:lvl4pPr>
            <a:lvl5pPr algn="r">
              <a:defRPr sz="900" b="0">
                <a:solidFill>
                  <a:srgbClr val="646B70"/>
                </a:solidFill>
              </a:defRPr>
            </a:lvl5pPr>
            <a:lvl6pPr algn="r">
              <a:defRPr sz="900" b="0">
                <a:solidFill>
                  <a:srgbClr val="646B70"/>
                </a:solidFill>
              </a:defRPr>
            </a:lvl6pPr>
            <a:lvl7pPr algn="r">
              <a:defRPr sz="900" b="0">
                <a:solidFill>
                  <a:srgbClr val="646B70"/>
                </a:solidFill>
              </a:defRPr>
            </a:lvl7pPr>
            <a:lvl8pPr algn="r">
              <a:defRPr sz="900" b="0">
                <a:solidFill>
                  <a:srgbClr val="646B70"/>
                </a:solidFill>
              </a:defRPr>
            </a:lvl8pPr>
            <a:lvl9pPr algn="r">
              <a:defRPr sz="900" b="0">
                <a:solidFill>
                  <a:srgbClr val="646B70"/>
                </a:solidFill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646B70"/>
                </a:solidFill>
              </a:defRPr>
            </a:pPr>
            <a:r>
              <a:rPr sz="900" b="0">
                <a:solidFill>
                  <a:srgbClr val="646B70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E060D8-7A48-4CC0-B343-FFCFF6828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1">
                <a:solidFill>
                  <a:srgbClr val="171717"/>
                </a:solidFill>
              </a:defRPr>
            </a:defPPr>
            <a:lvl1pPr algn="l">
              <a:defRPr sz="1800" b="1">
                <a:solidFill>
                  <a:srgbClr val="171717"/>
                </a:solidFill>
              </a:defRPr>
            </a:lvl1pPr>
            <a:lvl2pPr algn="l">
              <a:defRPr sz="1800" b="1">
                <a:solidFill>
                  <a:srgbClr val="171717"/>
                </a:solidFill>
              </a:defRPr>
            </a:lvl2pPr>
            <a:lvl3pPr algn="l">
              <a:defRPr sz="1800" b="1">
                <a:solidFill>
                  <a:srgbClr val="171717"/>
                </a:solidFill>
              </a:defRPr>
            </a:lvl3pPr>
            <a:lvl4pPr algn="l">
              <a:defRPr sz="1800" b="1">
                <a:solidFill>
                  <a:srgbClr val="171717"/>
                </a:solidFill>
              </a:defRPr>
            </a:lvl4pPr>
            <a:lvl5pPr algn="l">
              <a:defRPr sz="1800" b="1">
                <a:solidFill>
                  <a:srgbClr val="171717"/>
                </a:solidFill>
              </a:defRPr>
            </a:lvl5pPr>
            <a:lvl6pPr algn="l">
              <a:defRPr sz="1800" b="1">
                <a:solidFill>
                  <a:srgbClr val="171717"/>
                </a:solidFill>
              </a:defRPr>
            </a:lvl6pPr>
            <a:lvl7pPr algn="l">
              <a:defRPr sz="1800" b="1">
                <a:solidFill>
                  <a:srgbClr val="171717"/>
                </a:solidFill>
              </a:defRPr>
            </a:lvl7pPr>
            <a:lvl8pPr algn="l">
              <a:defRPr sz="1800" b="1">
                <a:solidFill>
                  <a:srgbClr val="171717"/>
                </a:solidFill>
              </a:defRPr>
            </a:lvl8pPr>
            <a:lvl9pPr algn="l">
              <a:defRPr sz="1800" b="1">
                <a:solidFill>
                  <a:srgbClr val="171717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Current status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F5F586-66E8-4BF0-AC9E-FEADD0D29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850" b="1">
                <a:solidFill>
                  <a:srgbClr val="B64242"/>
                </a:solidFill>
              </a:defRPr>
            </a:defPPr>
            <a:lvl1pPr algn="l">
              <a:defRPr sz="2850" b="1">
                <a:solidFill>
                  <a:srgbClr val="B64242"/>
                </a:solidFill>
              </a:defRPr>
            </a:lvl1pPr>
            <a:lvl2pPr algn="l">
              <a:defRPr sz="2850" b="1">
                <a:solidFill>
                  <a:srgbClr val="B64242"/>
                </a:solidFill>
              </a:defRPr>
            </a:lvl2pPr>
            <a:lvl3pPr algn="l">
              <a:defRPr sz="2850" b="1">
                <a:solidFill>
                  <a:srgbClr val="B64242"/>
                </a:solidFill>
              </a:defRPr>
            </a:lvl3pPr>
            <a:lvl4pPr algn="l">
              <a:defRPr sz="2850" b="1">
                <a:solidFill>
                  <a:srgbClr val="B64242"/>
                </a:solidFill>
              </a:defRPr>
            </a:lvl4pPr>
            <a:lvl5pPr algn="l">
              <a:defRPr sz="2850" b="1">
                <a:solidFill>
                  <a:srgbClr val="B64242"/>
                </a:solidFill>
              </a:defRPr>
            </a:lvl5pPr>
            <a:lvl6pPr algn="l">
              <a:defRPr sz="2850" b="1">
                <a:solidFill>
                  <a:srgbClr val="B64242"/>
                </a:solidFill>
              </a:defRPr>
            </a:lvl6pPr>
            <a:lvl7pPr algn="l">
              <a:defRPr sz="2850" b="1">
                <a:solidFill>
                  <a:srgbClr val="B64242"/>
                </a:solidFill>
              </a:defRPr>
            </a:lvl7pPr>
            <a:lvl8pPr algn="l">
              <a:defRPr sz="2850" b="1">
                <a:solidFill>
                  <a:srgbClr val="B64242"/>
                </a:solidFill>
              </a:defRPr>
            </a:lvl8pPr>
            <a:lvl9pPr algn="l">
              <a:defRPr sz="2850" b="1">
                <a:solidFill>
                  <a:srgbClr val="B64242"/>
                </a:solidFill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B64242"/>
                </a:solidFill>
              </a:defRPr>
            </a:pPr>
            <a:r>
              <a:rPr sz="2850" b="1">
                <a:solidFill>
                  <a:srgbClr val="B64242"/>
                </a:solidFill>
              </a:rPr>
              <a:t>Not deployed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010241-D4F2-4ACB-91EC-2E9FF4625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646B70"/>
                </a:solidFill>
              </a:defRPr>
            </a:defPPr>
            <a:lvl1pPr algn="l">
              <a:defRPr sz="1500" b="0">
                <a:solidFill>
                  <a:srgbClr val="646B70"/>
                </a:solidFill>
              </a:defRPr>
            </a:lvl1pPr>
            <a:lvl2pPr algn="l">
              <a:defRPr sz="1500" b="0">
                <a:solidFill>
                  <a:srgbClr val="646B70"/>
                </a:solidFill>
              </a:defRPr>
            </a:lvl2pPr>
            <a:lvl3pPr algn="l">
              <a:defRPr sz="1500" b="0">
                <a:solidFill>
                  <a:srgbClr val="646B70"/>
                </a:solidFill>
              </a:defRPr>
            </a:lvl3pPr>
            <a:lvl4pPr algn="l">
              <a:defRPr sz="1500" b="0">
                <a:solidFill>
                  <a:srgbClr val="646B70"/>
                </a:solidFill>
              </a:defRPr>
            </a:lvl4pPr>
            <a:lvl5pPr algn="l">
              <a:defRPr sz="1500" b="0">
                <a:solidFill>
                  <a:srgbClr val="646B70"/>
                </a:solidFill>
              </a:defRPr>
            </a:lvl5pPr>
            <a:lvl6pPr algn="l">
              <a:defRPr sz="1500" b="0">
                <a:solidFill>
                  <a:srgbClr val="646B70"/>
                </a:solidFill>
              </a:defRPr>
            </a:lvl6pPr>
            <a:lvl7pPr algn="l">
              <a:defRPr sz="1500" b="0">
                <a:solidFill>
                  <a:srgbClr val="646B70"/>
                </a:solidFill>
              </a:defRPr>
            </a:lvl7pPr>
            <a:lvl8pPr algn="l">
              <a:defRPr sz="1500" b="0">
                <a:solidFill>
                  <a:srgbClr val="646B70"/>
                </a:solidFill>
              </a:defRPr>
            </a:lvl8pPr>
            <a:lvl9pPr algn="l">
              <a:defRPr sz="1500" b="0">
                <a:solidFill>
                  <a:srgbClr val="646B70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46B70"/>
                </a:solidFill>
              </a:defRPr>
            </a:pPr>
            <a:r>
              <a:rPr sz="1500" b="0">
                <a:solidFill>
                  <a:srgbClr val="646B70"/>
                </a:solidFill>
              </a:rPr>
              <a:t>Credentials and a Watson Machine Learning deployment space were not supplied.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50A5CF-9D57-4DB4-ABED-B41B0FB26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42875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>
                <a:solidFill>
                  <a:srgbClr val="356A8A"/>
                </a:solidFill>
              </a:defRPr>
            </a:defPPr>
            <a:lvl1pPr algn="l">
              <a:defRPr sz="1575" b="1">
                <a:solidFill>
                  <a:srgbClr val="356A8A"/>
                </a:solidFill>
              </a:defRPr>
            </a:lvl1pPr>
            <a:lvl2pPr algn="l">
              <a:defRPr sz="1575" b="1">
                <a:solidFill>
                  <a:srgbClr val="356A8A"/>
                </a:solidFill>
              </a:defRPr>
            </a:lvl2pPr>
            <a:lvl3pPr algn="l">
              <a:defRPr sz="1575" b="1">
                <a:solidFill>
                  <a:srgbClr val="356A8A"/>
                </a:solidFill>
              </a:defRPr>
            </a:lvl3pPr>
            <a:lvl4pPr algn="l">
              <a:defRPr sz="1575" b="1">
                <a:solidFill>
                  <a:srgbClr val="356A8A"/>
                </a:solidFill>
              </a:defRPr>
            </a:lvl4pPr>
            <a:lvl5pPr algn="l">
              <a:defRPr sz="1575" b="1">
                <a:solidFill>
                  <a:srgbClr val="356A8A"/>
                </a:solidFill>
              </a:defRPr>
            </a:lvl5pPr>
            <a:lvl6pPr algn="l">
              <a:defRPr sz="1575" b="1">
                <a:solidFill>
                  <a:srgbClr val="356A8A"/>
                </a:solidFill>
              </a:defRPr>
            </a:lvl6pPr>
            <a:lvl7pPr algn="l">
              <a:defRPr sz="1575" b="1">
                <a:solidFill>
                  <a:srgbClr val="356A8A"/>
                </a:solidFill>
              </a:defRPr>
            </a:lvl7pPr>
            <a:lvl8pPr algn="l">
              <a:defRPr sz="1575" b="1">
                <a:solidFill>
                  <a:srgbClr val="356A8A"/>
                </a:solidFill>
              </a:defRPr>
            </a:lvl8pPr>
            <a:lvl9pPr algn="l">
              <a:defRPr sz="1575" b="1">
                <a:solidFill>
                  <a:srgbClr val="356A8A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356A8A"/>
                </a:solidFill>
              </a:defRPr>
            </a:pPr>
            <a:r>
              <a:rPr sz="1575" b="1">
                <a:solidFill>
                  <a:srgbClr val="356A8A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48F4E5-C5D8-4845-9975-8F815A372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428750"/>
            <a:ext cx="6153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0">
                <a:solidFill>
                  <a:srgbClr val="171717"/>
                </a:solidFill>
              </a:defRPr>
            </a:defPPr>
            <a:lvl1pPr algn="l">
              <a:defRPr sz="1575" b="0">
                <a:solidFill>
                  <a:srgbClr val="171717"/>
                </a:solidFill>
              </a:defRPr>
            </a:lvl1pPr>
            <a:lvl2pPr algn="l">
              <a:defRPr sz="1575" b="0">
                <a:solidFill>
                  <a:srgbClr val="171717"/>
                </a:solidFill>
              </a:defRPr>
            </a:lvl2pPr>
            <a:lvl3pPr algn="l">
              <a:defRPr sz="1575" b="0">
                <a:solidFill>
                  <a:srgbClr val="171717"/>
                </a:solidFill>
              </a:defRPr>
            </a:lvl3pPr>
            <a:lvl4pPr algn="l">
              <a:defRPr sz="1575" b="0">
                <a:solidFill>
                  <a:srgbClr val="171717"/>
                </a:solidFill>
              </a:defRPr>
            </a:lvl4pPr>
            <a:lvl5pPr algn="l">
              <a:defRPr sz="1575" b="0">
                <a:solidFill>
                  <a:srgbClr val="171717"/>
                </a:solidFill>
              </a:defRPr>
            </a:lvl5pPr>
            <a:lvl6pPr algn="l">
              <a:defRPr sz="1575" b="0">
                <a:solidFill>
                  <a:srgbClr val="171717"/>
                </a:solidFill>
              </a:defRPr>
            </a:lvl6pPr>
            <a:lvl7pPr algn="l">
              <a:defRPr sz="1575" b="0">
                <a:solidFill>
                  <a:srgbClr val="171717"/>
                </a:solidFill>
              </a:defRPr>
            </a:lvl7pPr>
            <a:lvl8pPr algn="l">
              <a:defRPr sz="1575" b="0">
                <a:solidFill>
                  <a:srgbClr val="171717"/>
                </a:solidFill>
              </a:defRPr>
            </a:lvl8pPr>
            <a:lvl9pPr algn="l">
              <a:defRPr sz="1575" b="0">
                <a:solidFill>
                  <a:srgbClr val="171717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1717"/>
                </a:solidFill>
              </a:defRPr>
            </a:pPr>
            <a:r>
              <a:rPr sz="1575" b="0">
                <a:solidFill>
                  <a:srgbClr val="171717"/>
                </a:solidFill>
              </a:rPr>
              <a:t>Provision Watson Studio and Watson Machine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8DCFE5-8C01-4478-815C-6B02CD4D7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2410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>
                <a:solidFill>
                  <a:srgbClr val="356A8A"/>
                </a:solidFill>
              </a:defRPr>
            </a:defPPr>
            <a:lvl1pPr algn="l">
              <a:defRPr sz="1575" b="1">
                <a:solidFill>
                  <a:srgbClr val="356A8A"/>
                </a:solidFill>
              </a:defRPr>
            </a:lvl1pPr>
            <a:lvl2pPr algn="l">
              <a:defRPr sz="1575" b="1">
                <a:solidFill>
                  <a:srgbClr val="356A8A"/>
                </a:solidFill>
              </a:defRPr>
            </a:lvl2pPr>
            <a:lvl3pPr algn="l">
              <a:defRPr sz="1575" b="1">
                <a:solidFill>
                  <a:srgbClr val="356A8A"/>
                </a:solidFill>
              </a:defRPr>
            </a:lvl3pPr>
            <a:lvl4pPr algn="l">
              <a:defRPr sz="1575" b="1">
                <a:solidFill>
                  <a:srgbClr val="356A8A"/>
                </a:solidFill>
              </a:defRPr>
            </a:lvl4pPr>
            <a:lvl5pPr algn="l">
              <a:defRPr sz="1575" b="1">
                <a:solidFill>
                  <a:srgbClr val="356A8A"/>
                </a:solidFill>
              </a:defRPr>
            </a:lvl5pPr>
            <a:lvl6pPr algn="l">
              <a:defRPr sz="1575" b="1">
                <a:solidFill>
                  <a:srgbClr val="356A8A"/>
                </a:solidFill>
              </a:defRPr>
            </a:lvl6pPr>
            <a:lvl7pPr algn="l">
              <a:defRPr sz="1575" b="1">
                <a:solidFill>
                  <a:srgbClr val="356A8A"/>
                </a:solidFill>
              </a:defRPr>
            </a:lvl7pPr>
            <a:lvl8pPr algn="l">
              <a:defRPr sz="1575" b="1">
                <a:solidFill>
                  <a:srgbClr val="356A8A"/>
                </a:solidFill>
              </a:defRPr>
            </a:lvl8pPr>
            <a:lvl9pPr algn="l">
              <a:defRPr sz="1575" b="1">
                <a:solidFill>
                  <a:srgbClr val="356A8A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356A8A"/>
                </a:solidFill>
              </a:defRPr>
            </a:pPr>
            <a:r>
              <a:rPr sz="1575" b="1">
                <a:solidFill>
                  <a:srgbClr val="356A8A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2C8A5C-C4AE-4ACA-90C7-9DB8EDCB8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324100"/>
            <a:ext cx="6153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0">
                <a:solidFill>
                  <a:srgbClr val="171717"/>
                </a:solidFill>
              </a:defRPr>
            </a:defPPr>
            <a:lvl1pPr algn="l">
              <a:defRPr sz="1575" b="0">
                <a:solidFill>
                  <a:srgbClr val="171717"/>
                </a:solidFill>
              </a:defRPr>
            </a:lvl1pPr>
            <a:lvl2pPr algn="l">
              <a:defRPr sz="1575" b="0">
                <a:solidFill>
                  <a:srgbClr val="171717"/>
                </a:solidFill>
              </a:defRPr>
            </a:lvl2pPr>
            <a:lvl3pPr algn="l">
              <a:defRPr sz="1575" b="0">
                <a:solidFill>
                  <a:srgbClr val="171717"/>
                </a:solidFill>
              </a:defRPr>
            </a:lvl3pPr>
            <a:lvl4pPr algn="l">
              <a:defRPr sz="1575" b="0">
                <a:solidFill>
                  <a:srgbClr val="171717"/>
                </a:solidFill>
              </a:defRPr>
            </a:lvl4pPr>
            <a:lvl5pPr algn="l">
              <a:defRPr sz="1575" b="0">
                <a:solidFill>
                  <a:srgbClr val="171717"/>
                </a:solidFill>
              </a:defRPr>
            </a:lvl5pPr>
            <a:lvl6pPr algn="l">
              <a:defRPr sz="1575" b="0">
                <a:solidFill>
                  <a:srgbClr val="171717"/>
                </a:solidFill>
              </a:defRPr>
            </a:lvl6pPr>
            <a:lvl7pPr algn="l">
              <a:defRPr sz="1575" b="0">
                <a:solidFill>
                  <a:srgbClr val="171717"/>
                </a:solidFill>
              </a:defRPr>
            </a:lvl7pPr>
            <a:lvl8pPr algn="l">
              <a:defRPr sz="1575" b="0">
                <a:solidFill>
                  <a:srgbClr val="171717"/>
                </a:solidFill>
              </a:defRPr>
            </a:lvl8pPr>
            <a:lvl9pPr algn="l">
              <a:defRPr sz="1575" b="0">
                <a:solidFill>
                  <a:srgbClr val="171717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1717"/>
                </a:solidFill>
              </a:defRPr>
            </a:pPr>
            <a:r>
              <a:rPr sz="1575" b="0">
                <a:solidFill>
                  <a:srgbClr val="171717"/>
                </a:solidFill>
              </a:rPr>
              <a:t>Upload the compatible model artifact to a governed deployment space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52578B-97D8-4F53-B44F-6ACAAC5E6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1945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>
                <a:solidFill>
                  <a:srgbClr val="356A8A"/>
                </a:solidFill>
              </a:defRPr>
            </a:defPPr>
            <a:lvl1pPr algn="l">
              <a:defRPr sz="1575" b="1">
                <a:solidFill>
                  <a:srgbClr val="356A8A"/>
                </a:solidFill>
              </a:defRPr>
            </a:lvl1pPr>
            <a:lvl2pPr algn="l">
              <a:defRPr sz="1575" b="1">
                <a:solidFill>
                  <a:srgbClr val="356A8A"/>
                </a:solidFill>
              </a:defRPr>
            </a:lvl2pPr>
            <a:lvl3pPr algn="l">
              <a:defRPr sz="1575" b="1">
                <a:solidFill>
                  <a:srgbClr val="356A8A"/>
                </a:solidFill>
              </a:defRPr>
            </a:lvl3pPr>
            <a:lvl4pPr algn="l">
              <a:defRPr sz="1575" b="1">
                <a:solidFill>
                  <a:srgbClr val="356A8A"/>
                </a:solidFill>
              </a:defRPr>
            </a:lvl4pPr>
            <a:lvl5pPr algn="l">
              <a:defRPr sz="1575" b="1">
                <a:solidFill>
                  <a:srgbClr val="356A8A"/>
                </a:solidFill>
              </a:defRPr>
            </a:lvl5pPr>
            <a:lvl6pPr algn="l">
              <a:defRPr sz="1575" b="1">
                <a:solidFill>
                  <a:srgbClr val="356A8A"/>
                </a:solidFill>
              </a:defRPr>
            </a:lvl6pPr>
            <a:lvl7pPr algn="l">
              <a:defRPr sz="1575" b="1">
                <a:solidFill>
                  <a:srgbClr val="356A8A"/>
                </a:solidFill>
              </a:defRPr>
            </a:lvl7pPr>
            <a:lvl8pPr algn="l">
              <a:defRPr sz="1575" b="1">
                <a:solidFill>
                  <a:srgbClr val="356A8A"/>
                </a:solidFill>
              </a:defRPr>
            </a:lvl8pPr>
            <a:lvl9pPr algn="l">
              <a:defRPr sz="1575" b="1">
                <a:solidFill>
                  <a:srgbClr val="356A8A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356A8A"/>
                </a:solidFill>
              </a:defRPr>
            </a:pPr>
            <a:r>
              <a:rPr sz="1575" b="1">
                <a:solidFill>
                  <a:srgbClr val="356A8A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2272CF-00F7-4798-8D22-E8DB8F327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219450"/>
            <a:ext cx="6153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0">
                <a:solidFill>
                  <a:srgbClr val="171717"/>
                </a:solidFill>
              </a:defRPr>
            </a:defPPr>
            <a:lvl1pPr algn="l">
              <a:defRPr sz="1575" b="0">
                <a:solidFill>
                  <a:srgbClr val="171717"/>
                </a:solidFill>
              </a:defRPr>
            </a:lvl1pPr>
            <a:lvl2pPr algn="l">
              <a:defRPr sz="1575" b="0">
                <a:solidFill>
                  <a:srgbClr val="171717"/>
                </a:solidFill>
              </a:defRPr>
            </a:lvl2pPr>
            <a:lvl3pPr algn="l">
              <a:defRPr sz="1575" b="0">
                <a:solidFill>
                  <a:srgbClr val="171717"/>
                </a:solidFill>
              </a:defRPr>
            </a:lvl3pPr>
            <a:lvl4pPr algn="l">
              <a:defRPr sz="1575" b="0">
                <a:solidFill>
                  <a:srgbClr val="171717"/>
                </a:solidFill>
              </a:defRPr>
            </a:lvl4pPr>
            <a:lvl5pPr algn="l">
              <a:defRPr sz="1575" b="0">
                <a:solidFill>
                  <a:srgbClr val="171717"/>
                </a:solidFill>
              </a:defRPr>
            </a:lvl5pPr>
            <a:lvl6pPr algn="l">
              <a:defRPr sz="1575" b="0">
                <a:solidFill>
                  <a:srgbClr val="171717"/>
                </a:solidFill>
              </a:defRPr>
            </a:lvl6pPr>
            <a:lvl7pPr algn="l">
              <a:defRPr sz="1575" b="0">
                <a:solidFill>
                  <a:srgbClr val="171717"/>
                </a:solidFill>
              </a:defRPr>
            </a:lvl7pPr>
            <a:lvl8pPr algn="l">
              <a:defRPr sz="1575" b="0">
                <a:solidFill>
                  <a:srgbClr val="171717"/>
                </a:solidFill>
              </a:defRPr>
            </a:lvl8pPr>
            <a:lvl9pPr algn="l">
              <a:defRPr sz="1575" b="0">
                <a:solidFill>
                  <a:srgbClr val="171717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1717"/>
                </a:solidFill>
              </a:defRPr>
            </a:pPr>
            <a:r>
              <a:rPr sz="1575" b="0">
                <a:solidFill>
                  <a:srgbClr val="171717"/>
                </a:solidFill>
              </a:rPr>
              <a:t>Verify online scoring with the documented request schema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7AC232-28DE-45D5-9757-91277A011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11480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>
                <a:solidFill>
                  <a:srgbClr val="356A8A"/>
                </a:solidFill>
              </a:defRPr>
            </a:defPPr>
            <a:lvl1pPr algn="l">
              <a:defRPr sz="1575" b="1">
                <a:solidFill>
                  <a:srgbClr val="356A8A"/>
                </a:solidFill>
              </a:defRPr>
            </a:lvl1pPr>
            <a:lvl2pPr algn="l">
              <a:defRPr sz="1575" b="1">
                <a:solidFill>
                  <a:srgbClr val="356A8A"/>
                </a:solidFill>
              </a:defRPr>
            </a:lvl2pPr>
            <a:lvl3pPr algn="l">
              <a:defRPr sz="1575" b="1">
                <a:solidFill>
                  <a:srgbClr val="356A8A"/>
                </a:solidFill>
              </a:defRPr>
            </a:lvl3pPr>
            <a:lvl4pPr algn="l">
              <a:defRPr sz="1575" b="1">
                <a:solidFill>
                  <a:srgbClr val="356A8A"/>
                </a:solidFill>
              </a:defRPr>
            </a:lvl4pPr>
            <a:lvl5pPr algn="l">
              <a:defRPr sz="1575" b="1">
                <a:solidFill>
                  <a:srgbClr val="356A8A"/>
                </a:solidFill>
              </a:defRPr>
            </a:lvl5pPr>
            <a:lvl6pPr algn="l">
              <a:defRPr sz="1575" b="1">
                <a:solidFill>
                  <a:srgbClr val="356A8A"/>
                </a:solidFill>
              </a:defRPr>
            </a:lvl6pPr>
            <a:lvl7pPr algn="l">
              <a:defRPr sz="1575" b="1">
                <a:solidFill>
                  <a:srgbClr val="356A8A"/>
                </a:solidFill>
              </a:defRPr>
            </a:lvl7pPr>
            <a:lvl8pPr algn="l">
              <a:defRPr sz="1575" b="1">
                <a:solidFill>
                  <a:srgbClr val="356A8A"/>
                </a:solidFill>
              </a:defRPr>
            </a:lvl8pPr>
            <a:lvl9pPr algn="l">
              <a:defRPr sz="1575" b="1">
                <a:solidFill>
                  <a:srgbClr val="356A8A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356A8A"/>
                </a:solidFill>
              </a:defRPr>
            </a:pPr>
            <a:r>
              <a:rPr sz="1575" b="1">
                <a:solidFill>
                  <a:srgbClr val="356A8A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ED4EBA-69CC-4BAE-AB88-E5A98E581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114800"/>
            <a:ext cx="6153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0">
                <a:solidFill>
                  <a:srgbClr val="171717"/>
                </a:solidFill>
              </a:defRPr>
            </a:defPPr>
            <a:lvl1pPr algn="l">
              <a:defRPr sz="1575" b="0">
                <a:solidFill>
                  <a:srgbClr val="171717"/>
                </a:solidFill>
              </a:defRPr>
            </a:lvl1pPr>
            <a:lvl2pPr algn="l">
              <a:defRPr sz="1575" b="0">
                <a:solidFill>
                  <a:srgbClr val="171717"/>
                </a:solidFill>
              </a:defRPr>
            </a:lvl2pPr>
            <a:lvl3pPr algn="l">
              <a:defRPr sz="1575" b="0">
                <a:solidFill>
                  <a:srgbClr val="171717"/>
                </a:solidFill>
              </a:defRPr>
            </a:lvl3pPr>
            <a:lvl4pPr algn="l">
              <a:defRPr sz="1575" b="0">
                <a:solidFill>
                  <a:srgbClr val="171717"/>
                </a:solidFill>
              </a:defRPr>
            </a:lvl4pPr>
            <a:lvl5pPr algn="l">
              <a:defRPr sz="1575" b="0">
                <a:solidFill>
                  <a:srgbClr val="171717"/>
                </a:solidFill>
              </a:defRPr>
            </a:lvl5pPr>
            <a:lvl6pPr algn="l">
              <a:defRPr sz="1575" b="0">
                <a:solidFill>
                  <a:srgbClr val="171717"/>
                </a:solidFill>
              </a:defRPr>
            </a:lvl6pPr>
            <a:lvl7pPr algn="l">
              <a:defRPr sz="1575" b="0">
                <a:solidFill>
                  <a:srgbClr val="171717"/>
                </a:solidFill>
              </a:defRPr>
            </a:lvl7pPr>
            <a:lvl8pPr algn="l">
              <a:defRPr sz="1575" b="0">
                <a:solidFill>
                  <a:srgbClr val="171717"/>
                </a:solidFill>
              </a:defRPr>
            </a:lvl8pPr>
            <a:lvl9pPr algn="l">
              <a:defRPr sz="1575" b="0">
                <a:solidFill>
                  <a:srgbClr val="171717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1717"/>
                </a:solidFill>
              </a:defRPr>
            </a:pPr>
            <a:r>
              <a:rPr sz="1575" b="0">
                <a:solidFill>
                  <a:srgbClr val="171717"/>
                </a:solidFill>
              </a:rPr>
              <a:t>Schedule retraining and block promotion when performance, drift, or subgroup checks fail</a:t>
            </a:r>
          </a:p>
        </p:txBody>
      </p:sp>
    </p:spTree>
    <p:extLst>
      <p:ext uri="{BB962C8B-B14F-4D97-AF65-F5344CB8AC3E}">
        <p14:creationId xmlns:p14="http://schemas.microsoft.com/office/powerpoint/2010/main" val="130327668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3A1A2B-707F-4FAA-AA81-40DCF0E50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8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89BEFE-5679-403E-81CD-716AA5FA3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400" b="1">
                <a:solidFill>
                  <a:srgbClr val="171717"/>
                </a:solidFill>
              </a:defRPr>
            </a:defPPr>
            <a:lvl1pPr algn="l">
              <a:defRPr sz="2400" b="1">
                <a:solidFill>
                  <a:srgbClr val="171717"/>
                </a:solidFill>
              </a:defRPr>
            </a:lvl1pPr>
            <a:lvl2pPr algn="l">
              <a:defRPr sz="2400" b="1">
                <a:solidFill>
                  <a:srgbClr val="171717"/>
                </a:solidFill>
              </a:defRPr>
            </a:lvl2pPr>
            <a:lvl3pPr algn="l">
              <a:defRPr sz="2400" b="1">
                <a:solidFill>
                  <a:srgbClr val="171717"/>
                </a:solidFill>
              </a:defRPr>
            </a:lvl3pPr>
            <a:lvl4pPr algn="l">
              <a:defRPr sz="2400" b="1">
                <a:solidFill>
                  <a:srgbClr val="171717"/>
                </a:solidFill>
              </a:defRPr>
            </a:lvl4pPr>
            <a:lvl5pPr algn="l">
              <a:defRPr sz="2400" b="1">
                <a:solidFill>
                  <a:srgbClr val="171717"/>
                </a:solidFill>
              </a:defRPr>
            </a:lvl5pPr>
            <a:lvl6pPr algn="l">
              <a:defRPr sz="2400" b="1">
                <a:solidFill>
                  <a:srgbClr val="171717"/>
                </a:solidFill>
              </a:defRPr>
            </a:lvl6pPr>
            <a:lvl7pPr algn="l">
              <a:defRPr sz="2400" b="1">
                <a:solidFill>
                  <a:srgbClr val="171717"/>
                </a:solidFill>
              </a:defRPr>
            </a:lvl7pPr>
            <a:lvl8pPr algn="l">
              <a:defRPr sz="2400" b="1">
                <a:solidFill>
                  <a:srgbClr val="171717"/>
                </a:solidFill>
              </a:defRPr>
            </a:lvl8pPr>
            <a:lvl9pPr algn="l">
              <a:defRPr sz="2400" b="1">
                <a:solidFill>
                  <a:srgbClr val="171717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</a:rPr>
              <a:t>Recommendations and next steps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4461CD-5BAD-45E5-866C-D469D3DE7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00" b="0">
                <a:solidFill>
                  <a:srgbClr val="646B70"/>
                </a:solidFill>
              </a:defRPr>
            </a:defPPr>
            <a:lvl1pPr algn="r">
              <a:defRPr sz="900" b="0">
                <a:solidFill>
                  <a:srgbClr val="646B70"/>
                </a:solidFill>
              </a:defRPr>
            </a:lvl1pPr>
            <a:lvl2pPr algn="r">
              <a:defRPr sz="900" b="0">
                <a:solidFill>
                  <a:srgbClr val="646B70"/>
                </a:solidFill>
              </a:defRPr>
            </a:lvl2pPr>
            <a:lvl3pPr algn="r">
              <a:defRPr sz="900" b="0">
                <a:solidFill>
                  <a:srgbClr val="646B70"/>
                </a:solidFill>
              </a:defRPr>
            </a:lvl3pPr>
            <a:lvl4pPr algn="r">
              <a:defRPr sz="900" b="0">
                <a:solidFill>
                  <a:srgbClr val="646B70"/>
                </a:solidFill>
              </a:defRPr>
            </a:lvl4pPr>
            <a:lvl5pPr algn="r">
              <a:defRPr sz="900" b="0">
                <a:solidFill>
                  <a:srgbClr val="646B70"/>
                </a:solidFill>
              </a:defRPr>
            </a:lvl5pPr>
            <a:lvl6pPr algn="r">
              <a:defRPr sz="900" b="0">
                <a:solidFill>
                  <a:srgbClr val="646B70"/>
                </a:solidFill>
              </a:defRPr>
            </a:lvl6pPr>
            <a:lvl7pPr algn="r">
              <a:defRPr sz="900" b="0">
                <a:solidFill>
                  <a:srgbClr val="646B70"/>
                </a:solidFill>
              </a:defRPr>
            </a:lvl7pPr>
            <a:lvl8pPr algn="r">
              <a:defRPr sz="900" b="0">
                <a:solidFill>
                  <a:srgbClr val="646B70"/>
                </a:solidFill>
              </a:defRPr>
            </a:lvl8pPr>
            <a:lvl9pPr algn="r">
              <a:defRPr sz="900" b="0">
                <a:solidFill>
                  <a:srgbClr val="646B70"/>
                </a:solidFill>
              </a:defRPr>
            </a:lvl9pPr>
          </a:lstStyle>
          <a:p xmlns:a="http://schemas.openxmlformats.org/drawingml/2006/main">
            <a:pPr algn="r">
              <a:defRPr sz="900" b="0">
                <a:solidFill>
                  <a:srgbClr val="646B70"/>
                </a:solidFill>
              </a:defRPr>
            </a:pPr>
            <a:r>
              <a:rPr sz="900" b="0">
                <a:solidFill>
                  <a:srgbClr val="646B70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9A6271-1ED9-4CF9-991B-794411AA3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38112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1">
                <a:solidFill>
                  <a:srgbClr val="356A8A"/>
                </a:solidFill>
              </a:defRPr>
            </a:defPPr>
            <a:lvl1pPr algn="l">
              <a:defRPr sz="1800" b="1">
                <a:solidFill>
                  <a:srgbClr val="356A8A"/>
                </a:solidFill>
              </a:defRPr>
            </a:lvl1pPr>
            <a:lvl2pPr algn="l">
              <a:defRPr sz="1800" b="1">
                <a:solidFill>
                  <a:srgbClr val="356A8A"/>
                </a:solidFill>
              </a:defRPr>
            </a:lvl2pPr>
            <a:lvl3pPr algn="l">
              <a:defRPr sz="1800" b="1">
                <a:solidFill>
                  <a:srgbClr val="356A8A"/>
                </a:solidFill>
              </a:defRPr>
            </a:lvl3pPr>
            <a:lvl4pPr algn="l">
              <a:defRPr sz="1800" b="1">
                <a:solidFill>
                  <a:srgbClr val="356A8A"/>
                </a:solidFill>
              </a:defRPr>
            </a:lvl4pPr>
            <a:lvl5pPr algn="l">
              <a:defRPr sz="1800" b="1">
                <a:solidFill>
                  <a:srgbClr val="356A8A"/>
                </a:solidFill>
              </a:defRPr>
            </a:lvl5pPr>
            <a:lvl6pPr algn="l">
              <a:defRPr sz="1800" b="1">
                <a:solidFill>
                  <a:srgbClr val="356A8A"/>
                </a:solidFill>
              </a:defRPr>
            </a:lvl6pPr>
            <a:lvl7pPr algn="l">
              <a:defRPr sz="1800" b="1">
                <a:solidFill>
                  <a:srgbClr val="356A8A"/>
                </a:solidFill>
              </a:defRPr>
            </a:lvl7pPr>
            <a:lvl8pPr algn="l">
              <a:defRPr sz="1800" b="1">
                <a:solidFill>
                  <a:srgbClr val="356A8A"/>
                </a:solidFill>
              </a:defRPr>
            </a:lvl8pPr>
            <a:lvl9pPr algn="l">
              <a:defRPr sz="1800" b="1">
                <a:solidFill>
                  <a:srgbClr val="356A8A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356A8A"/>
                </a:solidFill>
              </a:defRPr>
            </a:pPr>
            <a:r>
              <a:rPr sz="1800" b="1">
                <a:solidFill>
                  <a:srgbClr val="356A8A"/>
                </a:solidFill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B6ECF4-5B5D-42A5-9394-15F4B8ED4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381125"/>
            <a:ext cx="967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0">
                <a:solidFill>
                  <a:srgbClr val="171717"/>
                </a:solidFill>
              </a:defRPr>
            </a:defPPr>
            <a:lvl1pPr algn="l">
              <a:defRPr sz="1800" b="0">
                <a:solidFill>
                  <a:srgbClr val="171717"/>
                </a:solidFill>
              </a:defRPr>
            </a:lvl1pPr>
            <a:lvl2pPr algn="l">
              <a:defRPr sz="1800" b="0">
                <a:solidFill>
                  <a:srgbClr val="171717"/>
                </a:solidFill>
              </a:defRPr>
            </a:lvl2pPr>
            <a:lvl3pPr algn="l">
              <a:defRPr sz="1800" b="0">
                <a:solidFill>
                  <a:srgbClr val="171717"/>
                </a:solidFill>
              </a:defRPr>
            </a:lvl3pPr>
            <a:lvl4pPr algn="l">
              <a:defRPr sz="1800" b="0">
                <a:solidFill>
                  <a:srgbClr val="171717"/>
                </a:solidFill>
              </a:defRPr>
            </a:lvl4pPr>
            <a:lvl5pPr algn="l">
              <a:defRPr sz="1800" b="0">
                <a:solidFill>
                  <a:srgbClr val="171717"/>
                </a:solidFill>
              </a:defRPr>
            </a:lvl5pPr>
            <a:lvl6pPr algn="l">
              <a:defRPr sz="1800" b="0">
                <a:solidFill>
                  <a:srgbClr val="171717"/>
                </a:solidFill>
              </a:defRPr>
            </a:lvl6pPr>
            <a:lvl7pPr algn="l">
              <a:defRPr sz="1800" b="0">
                <a:solidFill>
                  <a:srgbClr val="171717"/>
                </a:solidFill>
              </a:defRPr>
            </a:lvl7pPr>
            <a:lvl8pPr algn="l">
              <a:defRPr sz="1800" b="0">
                <a:solidFill>
                  <a:srgbClr val="171717"/>
                </a:solidFill>
              </a:defRPr>
            </a:lvl8pPr>
            <a:lvl9pPr algn="l">
              <a:defRPr sz="1800" b="0">
                <a:solidFill>
                  <a:srgbClr val="171717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1717"/>
                </a:solidFill>
              </a:defRPr>
            </a:pPr>
            <a:r>
              <a:rPr sz="1800" b="0">
                <a:solidFill>
                  <a:srgbClr val="171717"/>
                </a:solidFill>
              </a:rPr>
              <a:t>Review recurring overtime and early-career progression, then measure whether retention changes.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0D98EC-A2FE-467B-A394-9B68C4F99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982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1">
                <a:solidFill>
                  <a:srgbClr val="356A8A"/>
                </a:solidFill>
              </a:defRPr>
            </a:defPPr>
            <a:lvl1pPr algn="l">
              <a:defRPr sz="1800" b="1">
                <a:solidFill>
                  <a:srgbClr val="356A8A"/>
                </a:solidFill>
              </a:defRPr>
            </a:lvl1pPr>
            <a:lvl2pPr algn="l">
              <a:defRPr sz="1800" b="1">
                <a:solidFill>
                  <a:srgbClr val="356A8A"/>
                </a:solidFill>
              </a:defRPr>
            </a:lvl2pPr>
            <a:lvl3pPr algn="l">
              <a:defRPr sz="1800" b="1">
                <a:solidFill>
                  <a:srgbClr val="356A8A"/>
                </a:solidFill>
              </a:defRPr>
            </a:lvl3pPr>
            <a:lvl4pPr algn="l">
              <a:defRPr sz="1800" b="1">
                <a:solidFill>
                  <a:srgbClr val="356A8A"/>
                </a:solidFill>
              </a:defRPr>
            </a:lvl4pPr>
            <a:lvl5pPr algn="l">
              <a:defRPr sz="1800" b="1">
                <a:solidFill>
                  <a:srgbClr val="356A8A"/>
                </a:solidFill>
              </a:defRPr>
            </a:lvl5pPr>
            <a:lvl6pPr algn="l">
              <a:defRPr sz="1800" b="1">
                <a:solidFill>
                  <a:srgbClr val="356A8A"/>
                </a:solidFill>
              </a:defRPr>
            </a:lvl6pPr>
            <a:lvl7pPr algn="l">
              <a:defRPr sz="1800" b="1">
                <a:solidFill>
                  <a:srgbClr val="356A8A"/>
                </a:solidFill>
              </a:defRPr>
            </a:lvl7pPr>
            <a:lvl8pPr algn="l">
              <a:defRPr sz="1800" b="1">
                <a:solidFill>
                  <a:srgbClr val="356A8A"/>
                </a:solidFill>
              </a:defRPr>
            </a:lvl8pPr>
            <a:lvl9pPr algn="l">
              <a:defRPr sz="1800" b="1">
                <a:solidFill>
                  <a:srgbClr val="356A8A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356A8A"/>
                </a:solidFill>
              </a:defRPr>
            </a:pPr>
            <a:r>
              <a:rPr sz="1800" b="1">
                <a:solidFill>
                  <a:srgbClr val="356A8A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9D35EA-3B89-4AE3-8C92-C93E66A2F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409825"/>
            <a:ext cx="967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0">
                <a:solidFill>
                  <a:srgbClr val="171717"/>
                </a:solidFill>
              </a:defRPr>
            </a:defPPr>
            <a:lvl1pPr algn="l">
              <a:defRPr sz="1800" b="0">
                <a:solidFill>
                  <a:srgbClr val="171717"/>
                </a:solidFill>
              </a:defRPr>
            </a:lvl1pPr>
            <a:lvl2pPr algn="l">
              <a:defRPr sz="1800" b="0">
                <a:solidFill>
                  <a:srgbClr val="171717"/>
                </a:solidFill>
              </a:defRPr>
            </a:lvl2pPr>
            <a:lvl3pPr algn="l">
              <a:defRPr sz="1800" b="0">
                <a:solidFill>
                  <a:srgbClr val="171717"/>
                </a:solidFill>
              </a:defRPr>
            </a:lvl3pPr>
            <a:lvl4pPr algn="l">
              <a:defRPr sz="1800" b="0">
                <a:solidFill>
                  <a:srgbClr val="171717"/>
                </a:solidFill>
              </a:defRPr>
            </a:lvl4pPr>
            <a:lvl5pPr algn="l">
              <a:defRPr sz="1800" b="0">
                <a:solidFill>
                  <a:srgbClr val="171717"/>
                </a:solidFill>
              </a:defRPr>
            </a:lvl5pPr>
            <a:lvl6pPr algn="l">
              <a:defRPr sz="1800" b="0">
                <a:solidFill>
                  <a:srgbClr val="171717"/>
                </a:solidFill>
              </a:defRPr>
            </a:lvl6pPr>
            <a:lvl7pPr algn="l">
              <a:defRPr sz="1800" b="0">
                <a:solidFill>
                  <a:srgbClr val="171717"/>
                </a:solidFill>
              </a:defRPr>
            </a:lvl7pPr>
            <a:lvl8pPr algn="l">
              <a:defRPr sz="1800" b="0">
                <a:solidFill>
                  <a:srgbClr val="171717"/>
                </a:solidFill>
              </a:defRPr>
            </a:lvl8pPr>
            <a:lvl9pPr algn="l">
              <a:defRPr sz="1800" b="0">
                <a:solidFill>
                  <a:srgbClr val="171717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1717"/>
                </a:solidFill>
              </a:defRPr>
            </a:pPr>
            <a:r>
              <a:rPr sz="1800" b="0">
                <a:solidFill>
                  <a:srgbClr val="171717"/>
                </a:solidFill>
              </a:rPr>
              <a:t>Pilot supportive outreach with a control or comparison group before expanding the program.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8EC605-C8FC-4E9B-BA6F-22BD8B9BE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3852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1">
                <a:solidFill>
                  <a:srgbClr val="356A8A"/>
                </a:solidFill>
              </a:defRPr>
            </a:defPPr>
            <a:lvl1pPr algn="l">
              <a:defRPr sz="1800" b="1">
                <a:solidFill>
                  <a:srgbClr val="356A8A"/>
                </a:solidFill>
              </a:defRPr>
            </a:lvl1pPr>
            <a:lvl2pPr algn="l">
              <a:defRPr sz="1800" b="1">
                <a:solidFill>
                  <a:srgbClr val="356A8A"/>
                </a:solidFill>
              </a:defRPr>
            </a:lvl2pPr>
            <a:lvl3pPr algn="l">
              <a:defRPr sz="1800" b="1">
                <a:solidFill>
                  <a:srgbClr val="356A8A"/>
                </a:solidFill>
              </a:defRPr>
            </a:lvl3pPr>
            <a:lvl4pPr algn="l">
              <a:defRPr sz="1800" b="1">
                <a:solidFill>
                  <a:srgbClr val="356A8A"/>
                </a:solidFill>
              </a:defRPr>
            </a:lvl4pPr>
            <a:lvl5pPr algn="l">
              <a:defRPr sz="1800" b="1">
                <a:solidFill>
                  <a:srgbClr val="356A8A"/>
                </a:solidFill>
              </a:defRPr>
            </a:lvl5pPr>
            <a:lvl6pPr algn="l">
              <a:defRPr sz="1800" b="1">
                <a:solidFill>
                  <a:srgbClr val="356A8A"/>
                </a:solidFill>
              </a:defRPr>
            </a:lvl6pPr>
            <a:lvl7pPr algn="l">
              <a:defRPr sz="1800" b="1">
                <a:solidFill>
                  <a:srgbClr val="356A8A"/>
                </a:solidFill>
              </a:defRPr>
            </a:lvl7pPr>
            <a:lvl8pPr algn="l">
              <a:defRPr sz="1800" b="1">
                <a:solidFill>
                  <a:srgbClr val="356A8A"/>
                </a:solidFill>
              </a:defRPr>
            </a:lvl8pPr>
            <a:lvl9pPr algn="l">
              <a:defRPr sz="1800" b="1">
                <a:solidFill>
                  <a:srgbClr val="356A8A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356A8A"/>
                </a:solidFill>
              </a:defRPr>
            </a:pPr>
            <a:r>
              <a:rPr sz="1800" b="1">
                <a:solidFill>
                  <a:srgbClr val="356A8A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F6B246-210F-4A7E-8E47-21EC087D0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38525"/>
            <a:ext cx="967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0">
                <a:solidFill>
                  <a:srgbClr val="171717"/>
                </a:solidFill>
              </a:defRPr>
            </a:defPPr>
            <a:lvl1pPr algn="l">
              <a:defRPr sz="1800" b="0">
                <a:solidFill>
                  <a:srgbClr val="171717"/>
                </a:solidFill>
              </a:defRPr>
            </a:lvl1pPr>
            <a:lvl2pPr algn="l">
              <a:defRPr sz="1800" b="0">
                <a:solidFill>
                  <a:srgbClr val="171717"/>
                </a:solidFill>
              </a:defRPr>
            </a:lvl2pPr>
            <a:lvl3pPr algn="l">
              <a:defRPr sz="1800" b="0">
                <a:solidFill>
                  <a:srgbClr val="171717"/>
                </a:solidFill>
              </a:defRPr>
            </a:lvl3pPr>
            <a:lvl4pPr algn="l">
              <a:defRPr sz="1800" b="0">
                <a:solidFill>
                  <a:srgbClr val="171717"/>
                </a:solidFill>
              </a:defRPr>
            </a:lvl4pPr>
            <a:lvl5pPr algn="l">
              <a:defRPr sz="1800" b="0">
                <a:solidFill>
                  <a:srgbClr val="171717"/>
                </a:solidFill>
              </a:defRPr>
            </a:lvl5pPr>
            <a:lvl6pPr algn="l">
              <a:defRPr sz="1800" b="0">
                <a:solidFill>
                  <a:srgbClr val="171717"/>
                </a:solidFill>
              </a:defRPr>
            </a:lvl6pPr>
            <a:lvl7pPr algn="l">
              <a:defRPr sz="1800" b="0">
                <a:solidFill>
                  <a:srgbClr val="171717"/>
                </a:solidFill>
              </a:defRPr>
            </a:lvl7pPr>
            <a:lvl8pPr algn="l">
              <a:defRPr sz="1800" b="0">
                <a:solidFill>
                  <a:srgbClr val="171717"/>
                </a:solidFill>
              </a:defRPr>
            </a:lvl8pPr>
            <a:lvl9pPr algn="l">
              <a:defRPr sz="1800" b="0">
                <a:solidFill>
                  <a:srgbClr val="171717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1717"/>
                </a:solidFill>
              </a:defRPr>
            </a:pPr>
            <a:r>
              <a:rPr sz="1800" b="0">
                <a:solidFill>
                  <a:srgbClr val="171717"/>
                </a:solidFill>
              </a:rPr>
              <a:t>Complete IBM deployment only after endpoint verification, security controls, and monitoring are in place.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66668E-BC4A-4002-B1E8-97623F0A9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6722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1">
                <a:solidFill>
                  <a:srgbClr val="356A8A"/>
                </a:solidFill>
              </a:defRPr>
            </a:defPPr>
            <a:lvl1pPr algn="l">
              <a:defRPr sz="1800" b="1">
                <a:solidFill>
                  <a:srgbClr val="356A8A"/>
                </a:solidFill>
              </a:defRPr>
            </a:lvl1pPr>
            <a:lvl2pPr algn="l">
              <a:defRPr sz="1800" b="1">
                <a:solidFill>
                  <a:srgbClr val="356A8A"/>
                </a:solidFill>
              </a:defRPr>
            </a:lvl2pPr>
            <a:lvl3pPr algn="l">
              <a:defRPr sz="1800" b="1">
                <a:solidFill>
                  <a:srgbClr val="356A8A"/>
                </a:solidFill>
              </a:defRPr>
            </a:lvl3pPr>
            <a:lvl4pPr algn="l">
              <a:defRPr sz="1800" b="1">
                <a:solidFill>
                  <a:srgbClr val="356A8A"/>
                </a:solidFill>
              </a:defRPr>
            </a:lvl4pPr>
            <a:lvl5pPr algn="l">
              <a:defRPr sz="1800" b="1">
                <a:solidFill>
                  <a:srgbClr val="356A8A"/>
                </a:solidFill>
              </a:defRPr>
            </a:lvl5pPr>
            <a:lvl6pPr algn="l">
              <a:defRPr sz="1800" b="1">
                <a:solidFill>
                  <a:srgbClr val="356A8A"/>
                </a:solidFill>
              </a:defRPr>
            </a:lvl6pPr>
            <a:lvl7pPr algn="l">
              <a:defRPr sz="1800" b="1">
                <a:solidFill>
                  <a:srgbClr val="356A8A"/>
                </a:solidFill>
              </a:defRPr>
            </a:lvl7pPr>
            <a:lvl8pPr algn="l">
              <a:defRPr sz="1800" b="1">
                <a:solidFill>
                  <a:srgbClr val="356A8A"/>
                </a:solidFill>
              </a:defRPr>
            </a:lvl8pPr>
            <a:lvl9pPr algn="l">
              <a:defRPr sz="1800" b="1">
                <a:solidFill>
                  <a:srgbClr val="356A8A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356A8A"/>
                </a:solidFill>
              </a:defRPr>
            </a:pPr>
            <a:r>
              <a:rPr sz="1800" b="1">
                <a:solidFill>
                  <a:srgbClr val="356A8A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3A0124-03F1-4DDC-A99D-A955A155A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467225"/>
            <a:ext cx="967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0">
                <a:solidFill>
                  <a:srgbClr val="171717"/>
                </a:solidFill>
              </a:defRPr>
            </a:defPPr>
            <a:lvl1pPr algn="l">
              <a:defRPr sz="1800" b="0">
                <a:solidFill>
                  <a:srgbClr val="171717"/>
                </a:solidFill>
              </a:defRPr>
            </a:lvl1pPr>
            <a:lvl2pPr algn="l">
              <a:defRPr sz="1800" b="0">
                <a:solidFill>
                  <a:srgbClr val="171717"/>
                </a:solidFill>
              </a:defRPr>
            </a:lvl2pPr>
            <a:lvl3pPr algn="l">
              <a:defRPr sz="1800" b="0">
                <a:solidFill>
                  <a:srgbClr val="171717"/>
                </a:solidFill>
              </a:defRPr>
            </a:lvl3pPr>
            <a:lvl4pPr algn="l">
              <a:defRPr sz="1800" b="0">
                <a:solidFill>
                  <a:srgbClr val="171717"/>
                </a:solidFill>
              </a:defRPr>
            </a:lvl4pPr>
            <a:lvl5pPr algn="l">
              <a:defRPr sz="1800" b="0">
                <a:solidFill>
                  <a:srgbClr val="171717"/>
                </a:solidFill>
              </a:defRPr>
            </a:lvl5pPr>
            <a:lvl6pPr algn="l">
              <a:defRPr sz="1800" b="0">
                <a:solidFill>
                  <a:srgbClr val="171717"/>
                </a:solidFill>
              </a:defRPr>
            </a:lvl6pPr>
            <a:lvl7pPr algn="l">
              <a:defRPr sz="1800" b="0">
                <a:solidFill>
                  <a:srgbClr val="171717"/>
                </a:solidFill>
              </a:defRPr>
            </a:lvl7pPr>
            <a:lvl8pPr algn="l">
              <a:defRPr sz="1800" b="0">
                <a:solidFill>
                  <a:srgbClr val="171717"/>
                </a:solidFill>
              </a:defRPr>
            </a:lvl8pPr>
            <a:lvl9pPr algn="l">
              <a:defRPr sz="1800" b="0">
                <a:solidFill>
                  <a:srgbClr val="171717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1717"/>
                </a:solidFill>
              </a:defRPr>
            </a:pPr>
            <a:r>
              <a:rPr sz="1800" b="0">
                <a:solidFill>
                  <a:srgbClr val="171717"/>
                </a:solidFill>
              </a:rPr>
              <a:t>Replace the fictional sample with current governed workforce data and repeat fairness and calibration checks.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ED2C92-64AA-4560-A3F0-3A84712DB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24500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350" b="0">
                <a:solidFill>
                  <a:srgbClr val="646B70"/>
                </a:solidFill>
              </a:defRPr>
            </a:defPPr>
            <a:lvl1pPr algn="ctr">
              <a:defRPr sz="1350" b="0">
                <a:solidFill>
                  <a:srgbClr val="646B70"/>
                </a:solidFill>
              </a:defRPr>
            </a:lvl1pPr>
            <a:lvl2pPr algn="ctr">
              <a:defRPr sz="1350" b="0">
                <a:solidFill>
                  <a:srgbClr val="646B70"/>
                </a:solidFill>
              </a:defRPr>
            </a:lvl2pPr>
            <a:lvl3pPr algn="ctr">
              <a:defRPr sz="1350" b="0">
                <a:solidFill>
                  <a:srgbClr val="646B70"/>
                </a:solidFill>
              </a:defRPr>
            </a:lvl3pPr>
            <a:lvl4pPr algn="ctr">
              <a:defRPr sz="1350" b="0">
                <a:solidFill>
                  <a:srgbClr val="646B70"/>
                </a:solidFill>
              </a:defRPr>
            </a:lvl4pPr>
            <a:lvl5pPr algn="ctr">
              <a:defRPr sz="1350" b="0">
                <a:solidFill>
                  <a:srgbClr val="646B70"/>
                </a:solidFill>
              </a:defRPr>
            </a:lvl5pPr>
            <a:lvl6pPr algn="ctr">
              <a:defRPr sz="1350" b="0">
                <a:solidFill>
                  <a:srgbClr val="646B70"/>
                </a:solidFill>
              </a:defRPr>
            </a:lvl6pPr>
            <a:lvl7pPr algn="ctr">
              <a:defRPr sz="1350" b="0">
                <a:solidFill>
                  <a:srgbClr val="646B70"/>
                </a:solidFill>
              </a:defRPr>
            </a:lvl7pPr>
            <a:lvl8pPr algn="ctr">
              <a:defRPr sz="1350" b="0">
                <a:solidFill>
                  <a:srgbClr val="646B70"/>
                </a:solidFill>
              </a:defRPr>
            </a:lvl8pPr>
            <a:lvl9pPr algn="ctr">
              <a:defRPr sz="1350" b="0">
                <a:solidFill>
                  <a:srgbClr val="646B70"/>
                </a:solidFill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646B70"/>
                </a:solidFill>
              </a:defRPr>
            </a:pPr>
            <a:r>
              <a:rPr sz="1350" b="0">
                <a:solidFill>
                  <a:srgbClr val="646B70"/>
                </a:solidFill>
              </a:rPr>
              <a:t>Expected benefit remains a hypothesis until the organization measures intervention outcomes. No financial savings or production performance is claimed.</a:t>
            </a:r>
          </a:p>
        </p:txBody>
      </p:sp>
    </p:spTree>
    <p:extLst>
      <p:ext uri="{BB962C8B-B14F-4D97-AF65-F5344CB8AC3E}">
        <p14:creationId xmlns:p14="http://schemas.microsoft.com/office/powerpoint/2010/main" val="5576822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2026-10-21T11:36:10.1540000Z</dcterms:created>
  <dcterms:modified xsi:type="dcterms:W3CDTF">2026-10-21T11:36:10.1540000Z</dcterms:modified>
</coreProperties>
</file>